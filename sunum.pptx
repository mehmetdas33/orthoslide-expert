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1"/>
  </p:sldMasterIdLst>
  <p:notesMasterIdLst>
    <p:notesMasterId r:id="rId28"/>
  </p:notesMasterIdLst>
  <p:sldIdLst>
    <p:sldId id="304" r:id="rId2"/>
    <p:sldId id="283" r:id="rId3"/>
    <p:sldId id="257" r:id="rId4"/>
    <p:sldId id="258" r:id="rId5"/>
    <p:sldId id="285" r:id="rId6"/>
    <p:sldId id="286" r:id="rId7"/>
    <p:sldId id="288" r:id="rId8"/>
    <p:sldId id="313" r:id="rId9"/>
    <p:sldId id="291" r:id="rId10"/>
    <p:sldId id="290" r:id="rId11"/>
    <p:sldId id="292" r:id="rId12"/>
    <p:sldId id="293" r:id="rId13"/>
    <p:sldId id="294" r:id="rId14"/>
    <p:sldId id="295" r:id="rId15"/>
    <p:sldId id="296" r:id="rId16"/>
    <p:sldId id="306" r:id="rId17"/>
    <p:sldId id="309" r:id="rId18"/>
    <p:sldId id="297" r:id="rId19"/>
    <p:sldId id="310" r:id="rId20"/>
    <p:sldId id="305" r:id="rId21"/>
    <p:sldId id="303" r:id="rId22"/>
    <p:sldId id="311" r:id="rId23"/>
    <p:sldId id="300" r:id="rId24"/>
    <p:sldId id="301" r:id="rId25"/>
    <p:sldId id="302" r:id="rId26"/>
    <p:sldId id="307" r:id="rId27"/>
  </p:sldIdLst>
  <p:sldSz cx="9144000" cy="6858000" type="screen4x3"/>
  <p:notesSz cx="6858000" cy="91440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4" autoAdjust="0"/>
    <p:restoredTop sz="94610" autoAdjust="0"/>
  </p:normalViewPr>
  <p:slideViewPr>
    <p:cSldViewPr>
      <p:cViewPr varScale="1">
        <p:scale>
          <a:sx n="94" d="100"/>
          <a:sy n="94" d="100"/>
        </p:scale>
        <p:origin x="55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D20BE-75D8-4BE3-89C8-6254F41C1DCC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9D2E8-7FDB-4826-93D3-DE456D090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9D2E8-7FDB-4826-93D3-DE456D09065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92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9D2E8-7FDB-4826-93D3-DE456D09065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390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Başlık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17" name="16 Alt Başlık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tr-TR"/>
              <a:t>Asıl alt başlık stilini düzenlemek için tıklatın</a:t>
            </a:r>
            <a:endParaRPr lang="en-US"/>
          </a:p>
        </p:txBody>
      </p:sp>
      <p:sp>
        <p:nvSpPr>
          <p:cNvPr id="4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DD904-22BF-43C0-80D1-C775863E5412}" type="datetimeFigureOut">
              <a:rPr lang="tr-TR"/>
              <a:pPr>
                <a:defRPr/>
              </a:pPr>
              <a:t>21.03.2026</a:t>
            </a:fld>
            <a:endParaRPr lang="tr-TR"/>
          </a:p>
        </p:txBody>
      </p:sp>
      <p:sp>
        <p:nvSpPr>
          <p:cNvPr id="5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BE4CA-835F-45F2-A1D7-01055B37971E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A17ED-0522-48F8-99E0-5BA0C5E8A547}" type="datetimeFigureOut">
              <a:rPr lang="tr-TR"/>
              <a:pPr>
                <a:defRPr/>
              </a:pPr>
              <a:t>21.03.2026</a:t>
            </a:fld>
            <a:endParaRPr lang="tr-TR"/>
          </a:p>
        </p:txBody>
      </p:sp>
      <p:sp>
        <p:nvSpPr>
          <p:cNvPr id="5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FA54F-E001-4F61-9DEB-AAB1F19C4F20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C2FD3-FD0A-48E0-B483-106F5FA23652}" type="datetimeFigureOut">
              <a:rPr lang="tr-TR"/>
              <a:pPr>
                <a:defRPr/>
              </a:pPr>
              <a:t>21.03.2026</a:t>
            </a:fld>
            <a:endParaRPr lang="tr-TR"/>
          </a:p>
        </p:txBody>
      </p:sp>
      <p:sp>
        <p:nvSpPr>
          <p:cNvPr id="5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D9592-596E-4F15-8B5D-95E352051E93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278AC-6C9E-49F5-9B4F-E7BE14022C94}" type="datetimeFigureOut">
              <a:rPr lang="tr-TR"/>
              <a:pPr>
                <a:defRPr/>
              </a:pPr>
              <a:t>21.03.2026</a:t>
            </a:fld>
            <a:endParaRPr lang="tr-TR"/>
          </a:p>
        </p:txBody>
      </p:sp>
      <p:sp>
        <p:nvSpPr>
          <p:cNvPr id="6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7E1D1-0275-4047-8E08-D59D05ED5AFA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241D5C-54C2-46A4-A189-B20BAE180AC3}" type="datetimeFigureOut">
              <a:rPr lang="tr-TR"/>
              <a:pPr>
                <a:defRPr/>
              </a:pPr>
              <a:t>21.03.2026</a:t>
            </a:fld>
            <a:endParaRPr lang="tr-TR"/>
          </a:p>
        </p:txBody>
      </p:sp>
      <p:sp>
        <p:nvSpPr>
          <p:cNvPr id="8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9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376A3-909F-4D81-B726-36772DE2C682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429EF-39CC-49A8-8C41-499A33AD15C5}" type="datetimeFigureOut">
              <a:rPr lang="tr-TR"/>
              <a:pPr>
                <a:defRPr/>
              </a:pPr>
              <a:t>21.03.2026</a:t>
            </a:fld>
            <a:endParaRPr lang="tr-TR"/>
          </a:p>
        </p:txBody>
      </p:sp>
      <p:sp>
        <p:nvSpPr>
          <p:cNvPr id="4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7C20D-0053-479C-8A27-31C3B6C23C43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80BBC-0AB2-4834-9FBC-E3AA2455D31F}" type="datetimeFigureOut">
              <a:rPr lang="tr-TR"/>
              <a:pPr>
                <a:defRPr/>
              </a:pPr>
              <a:t>21.03.2026</a:t>
            </a:fld>
            <a:endParaRPr lang="tr-TR"/>
          </a:p>
        </p:txBody>
      </p:sp>
      <p:sp>
        <p:nvSpPr>
          <p:cNvPr id="3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4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CB0143-7F37-4C24-BFF7-A47457C0C784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0B9DE-F997-4F28-BEDF-5B19019E4CD2}" type="datetimeFigureOut">
              <a:rPr lang="tr-TR"/>
              <a:pPr>
                <a:defRPr/>
              </a:pPr>
              <a:t>21.03.2026</a:t>
            </a:fld>
            <a:endParaRPr lang="tr-TR"/>
          </a:p>
        </p:txBody>
      </p:sp>
      <p:sp>
        <p:nvSpPr>
          <p:cNvPr id="6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312FD-E7A7-4242-8C33-35FC002282D4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ek Köşesi Kesik ve Yuvarlatılmış Dikdörtgen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Dik Üçgen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6 Serbest Form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7 Serbest Form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tr-TR" noProof="0"/>
              <a:t>Resim eklemek için simgeyi tıklatın</a:t>
            </a:r>
            <a:endParaRPr lang="en-US" noProof="0" dirty="0"/>
          </a:p>
        </p:txBody>
      </p:sp>
      <p:sp>
        <p:nvSpPr>
          <p:cNvPr id="9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DB0D5-FA8C-4A50-82A8-6529DBDE569A}" type="datetimeFigureOut">
              <a:rPr lang="tr-TR"/>
              <a:pPr>
                <a:defRPr/>
              </a:pPr>
              <a:t>21.03.2026</a:t>
            </a:fld>
            <a:endParaRPr lang="tr-TR"/>
          </a:p>
        </p:txBody>
      </p:sp>
      <p:sp>
        <p:nvSpPr>
          <p:cNvPr id="10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1" name="6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43FB70-15CA-4620-B30B-7A0C10293E21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96497-F952-4DEB-AD4D-0B035D7993AE}" type="datetimeFigureOut">
              <a:rPr lang="tr-TR"/>
              <a:pPr>
                <a:defRPr/>
              </a:pPr>
              <a:t>21.03.2026</a:t>
            </a:fld>
            <a:endParaRPr lang="tr-TR"/>
          </a:p>
        </p:txBody>
      </p:sp>
      <p:sp>
        <p:nvSpPr>
          <p:cNvPr id="5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DFF8C0-3C9E-463E-99CC-0AC6C66EC235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8436E-4D5F-4C0E-885B-9697F238BEE9}" type="datetimeFigureOut">
              <a:rPr lang="tr-TR"/>
              <a:pPr>
                <a:defRPr/>
              </a:pPr>
              <a:t>21.03.2026</a:t>
            </a:fld>
            <a:endParaRPr lang="tr-TR"/>
          </a:p>
        </p:txBody>
      </p:sp>
      <p:sp>
        <p:nvSpPr>
          <p:cNvPr id="5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A8F9B-18A2-4B48-8A40-B90C45F9F3B5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İçerik Yer Tutucusu"/>
          <p:cNvSpPr>
            <a:spLocks noGrp="1"/>
          </p:cNvSpPr>
          <p:nvPr>
            <p:ph sz="quarter" idx="10"/>
          </p:nvPr>
        </p:nvSpPr>
        <p:spPr>
          <a:xfrm>
            <a:off x="0" y="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7" name="5 İçerik Yer Tutucusu"/>
          <p:cNvSpPr>
            <a:spLocks noGrp="1"/>
          </p:cNvSpPr>
          <p:nvPr>
            <p:ph sz="quarter" idx="11"/>
          </p:nvPr>
        </p:nvSpPr>
        <p:spPr>
          <a:xfrm>
            <a:off x="3428992" y="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8" name="5 İçerik Yer Tutucusu"/>
          <p:cNvSpPr>
            <a:spLocks noGrp="1"/>
          </p:cNvSpPr>
          <p:nvPr>
            <p:ph sz="quarter" idx="12"/>
          </p:nvPr>
        </p:nvSpPr>
        <p:spPr>
          <a:xfrm>
            <a:off x="7143765" y="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9" name="5 İçerik Yer Tutucusu"/>
          <p:cNvSpPr>
            <a:spLocks noGrp="1"/>
          </p:cNvSpPr>
          <p:nvPr>
            <p:ph sz="quarter" idx="13"/>
          </p:nvPr>
        </p:nvSpPr>
        <p:spPr>
          <a:xfrm>
            <a:off x="7143765" y="2285992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10" name="5 İçerik Yer Tutucusu"/>
          <p:cNvSpPr>
            <a:spLocks noGrp="1"/>
          </p:cNvSpPr>
          <p:nvPr>
            <p:ph sz="quarter" idx="14"/>
          </p:nvPr>
        </p:nvSpPr>
        <p:spPr>
          <a:xfrm>
            <a:off x="3428992" y="2428868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11" name="5 İçerik Yer Tutucusu"/>
          <p:cNvSpPr>
            <a:spLocks noGrp="1"/>
          </p:cNvSpPr>
          <p:nvPr>
            <p:ph sz="quarter" idx="15"/>
          </p:nvPr>
        </p:nvSpPr>
        <p:spPr>
          <a:xfrm>
            <a:off x="0" y="271462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12" name="5 İçerik Yer Tutucusu"/>
          <p:cNvSpPr>
            <a:spLocks noGrp="1"/>
          </p:cNvSpPr>
          <p:nvPr>
            <p:ph sz="quarter" idx="16"/>
          </p:nvPr>
        </p:nvSpPr>
        <p:spPr>
          <a:xfrm>
            <a:off x="0" y="500063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13" name="5 İçerik Yer Tutucusu"/>
          <p:cNvSpPr>
            <a:spLocks noGrp="1"/>
          </p:cNvSpPr>
          <p:nvPr>
            <p:ph sz="quarter" idx="17"/>
          </p:nvPr>
        </p:nvSpPr>
        <p:spPr>
          <a:xfrm>
            <a:off x="3428992" y="500063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14" name="5 İçerik Yer Tutucusu"/>
          <p:cNvSpPr>
            <a:spLocks noGrp="1"/>
          </p:cNvSpPr>
          <p:nvPr>
            <p:ph sz="quarter" idx="18"/>
          </p:nvPr>
        </p:nvSpPr>
        <p:spPr>
          <a:xfrm>
            <a:off x="7143765" y="500063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50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İçerik Yer Tutucusu"/>
          <p:cNvSpPr>
            <a:spLocks noGrp="1"/>
          </p:cNvSpPr>
          <p:nvPr>
            <p:ph sz="quarter" idx="10"/>
          </p:nvPr>
        </p:nvSpPr>
        <p:spPr>
          <a:xfrm>
            <a:off x="0" y="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7" name="5 İçerik Yer Tutucusu"/>
          <p:cNvSpPr>
            <a:spLocks noGrp="1"/>
          </p:cNvSpPr>
          <p:nvPr>
            <p:ph sz="quarter" idx="11"/>
          </p:nvPr>
        </p:nvSpPr>
        <p:spPr>
          <a:xfrm>
            <a:off x="3428992" y="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8" name="5 İçerik Yer Tutucusu"/>
          <p:cNvSpPr>
            <a:spLocks noGrp="1"/>
          </p:cNvSpPr>
          <p:nvPr>
            <p:ph sz="quarter" idx="12"/>
          </p:nvPr>
        </p:nvSpPr>
        <p:spPr>
          <a:xfrm>
            <a:off x="7143765" y="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9" name="5 İçerik Yer Tutucusu"/>
          <p:cNvSpPr>
            <a:spLocks noGrp="1"/>
          </p:cNvSpPr>
          <p:nvPr>
            <p:ph sz="quarter" idx="13"/>
          </p:nvPr>
        </p:nvSpPr>
        <p:spPr>
          <a:xfrm>
            <a:off x="7143765" y="2285992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10" name="5 İçerik Yer Tutucusu"/>
          <p:cNvSpPr>
            <a:spLocks noGrp="1"/>
          </p:cNvSpPr>
          <p:nvPr>
            <p:ph sz="quarter" idx="14"/>
          </p:nvPr>
        </p:nvSpPr>
        <p:spPr>
          <a:xfrm>
            <a:off x="3428992" y="2428868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11" name="5 İçerik Yer Tutucusu"/>
          <p:cNvSpPr>
            <a:spLocks noGrp="1"/>
          </p:cNvSpPr>
          <p:nvPr>
            <p:ph sz="quarter" idx="15"/>
          </p:nvPr>
        </p:nvSpPr>
        <p:spPr>
          <a:xfrm>
            <a:off x="0" y="271462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12" name="5 İçerik Yer Tutucusu"/>
          <p:cNvSpPr>
            <a:spLocks noGrp="1"/>
          </p:cNvSpPr>
          <p:nvPr>
            <p:ph sz="quarter" idx="16"/>
          </p:nvPr>
        </p:nvSpPr>
        <p:spPr>
          <a:xfrm>
            <a:off x="0" y="500063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13" name="5 İçerik Yer Tutucusu"/>
          <p:cNvSpPr>
            <a:spLocks noGrp="1"/>
          </p:cNvSpPr>
          <p:nvPr>
            <p:ph sz="quarter" idx="17"/>
          </p:nvPr>
        </p:nvSpPr>
        <p:spPr>
          <a:xfrm>
            <a:off x="3428992" y="500063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14" name="5 İçerik Yer Tutucusu"/>
          <p:cNvSpPr>
            <a:spLocks noGrp="1"/>
          </p:cNvSpPr>
          <p:nvPr>
            <p:ph sz="quarter" idx="18"/>
          </p:nvPr>
        </p:nvSpPr>
        <p:spPr>
          <a:xfrm>
            <a:off x="7143765" y="5000630"/>
            <a:ext cx="2000235" cy="1857370"/>
          </a:xfrm>
        </p:spPr>
        <p:txBody>
          <a:bodyPr/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043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Serbest Form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7 Serbest Form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8" name="8 Başlık Yer Tutucusu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1029" name="29 Metin Yer Tutucusu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10" name="9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8507458-CC74-4EBC-A66E-02054B203EA6}" type="datetimeFigureOut">
              <a:rPr lang="tr-TR"/>
              <a:pPr>
                <a:defRPr/>
              </a:pPr>
              <a:t>21.03.2026</a:t>
            </a:fld>
            <a:endParaRPr lang="tr-TR"/>
          </a:p>
        </p:txBody>
      </p:sp>
      <p:sp>
        <p:nvSpPr>
          <p:cNvPr id="22" name="21 Altbilgi Yer Tutucusu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8" name="17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36B0DCC-485C-4CB5-B703-3F148DCD520C}" type="slidenum">
              <a:rPr lang="tr-TR"/>
              <a:pPr>
                <a:defRPr/>
              </a:pPr>
              <a:t>‹#›</a:t>
            </a:fld>
            <a:endParaRPr lang="tr-TR"/>
          </a:p>
        </p:txBody>
      </p:sp>
      <p:grpSp>
        <p:nvGrpSpPr>
          <p:cNvPr id="1033" name="1 Grup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11 Serbest Form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3" name="12 Serbest Form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4381" r:id="rId1"/>
    <p:sldLayoutId id="2147484382" r:id="rId2"/>
    <p:sldLayoutId id="2147484383" r:id="rId3"/>
    <p:sldLayoutId id="2147484384" r:id="rId4"/>
    <p:sldLayoutId id="2147484385" r:id="rId5"/>
    <p:sldLayoutId id="2147484386" r:id="rId6"/>
    <p:sldLayoutId id="2147484387" r:id="rId7"/>
    <p:sldLayoutId id="2147484388" r:id="rId8"/>
    <p:sldLayoutId id="2147484391" r:id="rId9"/>
    <p:sldLayoutId id="2147484389" r:id="rId10"/>
    <p:sldLayoutId id="2147484390" r:id="rId11"/>
    <p:sldLayoutId id="2147484392" r:id="rId12"/>
    <p:sldLayoutId id="2147484393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İçerik Yer Tutucusu 5"/>
          <p:cNvSpPr>
            <a:spLocks noGrp="1"/>
          </p:cNvSpPr>
          <p:nvPr>
            <p:ph sz="half" idx="2"/>
          </p:nvPr>
        </p:nvSpPr>
        <p:spPr>
          <a:xfrm>
            <a:off x="4499992" y="0"/>
            <a:ext cx="4644008" cy="5589240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7" name="6 Alt Başlık"/>
          <p:cNvSpPr txBox="1">
            <a:spLocks/>
          </p:cNvSpPr>
          <p:nvPr/>
        </p:nvSpPr>
        <p:spPr bwMode="auto">
          <a:xfrm>
            <a:off x="0" y="4896544"/>
            <a:ext cx="9144000" cy="1772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18000" bIns="45720" numCol="1" anchor="b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Char char="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sz="3200" i="1" dirty="0">
                <a:latin typeface="Arial Rounded MT Bold" pitchFamily="34" charset="0"/>
              </a:rPr>
              <a:t>Chief complaint </a:t>
            </a:r>
            <a:r>
              <a:rPr lang="en-US" sz="3200" i="1" dirty="0">
                <a:latin typeface="Arial Rounded MT Bold" pitchFamily="34" charset="0"/>
                <a:cs typeface="Tahoma" charset="0"/>
              </a:rPr>
              <a:t>:</a:t>
            </a:r>
            <a:endParaRPr lang="tr-TR" sz="3200" i="1" dirty="0">
              <a:latin typeface="Arial Rounded MT Bold" pitchFamily="34" charset="0"/>
              <a:cs typeface="Tahoma" charset="0"/>
            </a:endParaRPr>
          </a:p>
          <a:p>
            <a:pPr marL="0" indent="0" eaLnBrk="1" hangingPunct="1">
              <a:buNone/>
            </a:pPr>
            <a:r>
              <a:rPr lang="tr-TR" sz="2800" dirty="0">
                <a:solidFill>
                  <a:srgbClr val="FFC000"/>
                </a:solidFill>
                <a:latin typeface="Arial Rounded MT Bold" pitchFamily="34" charset="0"/>
                <a:cs typeface="Tahoma" charset="0"/>
              </a:rPr>
              <a:t> </a:t>
            </a:r>
            <a:endParaRPr lang="en-US" sz="2800" i="1" dirty="0">
              <a:solidFill>
                <a:srgbClr val="FFC000"/>
              </a:solidFill>
              <a:latin typeface="Arial Rounded MT Bold" pitchFamily="34" charset="0"/>
              <a:cs typeface="Tahoma" charset="0"/>
            </a:endParaRPr>
          </a:p>
        </p:txBody>
      </p:sp>
      <p:sp>
        <p:nvSpPr>
          <p:cNvPr id="9" name="7 Dikdörtgen"/>
          <p:cNvSpPr/>
          <p:nvPr/>
        </p:nvSpPr>
        <p:spPr>
          <a:xfrm>
            <a:off x="6012160" y="5898467"/>
            <a:ext cx="2028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err="1">
                <a:latin typeface="Brush Script MT" panose="03060802040406070304" pitchFamily="66" charset="0"/>
                <a:ea typeface="+mj-ea"/>
                <a:cs typeface="Calibri Light" panose="020F0302020204030204" pitchFamily="34" charset="0"/>
              </a:rPr>
              <a:t>Dt</a:t>
            </a:r>
            <a:r>
              <a:rPr lang="tr-TR" sz="2400" b="1" dirty="0">
                <a:latin typeface="Brush Script MT" panose="03060802040406070304" pitchFamily="66" charset="0"/>
                <a:ea typeface="+mj-ea"/>
                <a:cs typeface="Calibri Light" panose="020F0302020204030204" pitchFamily="34" charset="0"/>
              </a:rPr>
              <a:t>. Mehmet </a:t>
            </a:r>
            <a:r>
              <a:rPr lang="tr-TR" sz="2400" b="1" dirty="0" err="1">
                <a:latin typeface="Brush Script MT" panose="03060802040406070304" pitchFamily="66" charset="0"/>
                <a:ea typeface="+mj-ea"/>
                <a:cs typeface="Calibri Light" panose="020F0302020204030204" pitchFamily="34" charset="0"/>
              </a:rPr>
              <a:t>Daş</a:t>
            </a:r>
            <a:endParaRPr lang="tr-TR" sz="2400" dirty="0">
              <a:latin typeface="Brush Script MT" panose="03060802040406070304" pitchFamily="66" charset="0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2C5E5-9890-4B05-8512-ED1D502EB41D}"/>
              </a:ext>
            </a:extLst>
          </p:cNvPr>
          <p:cNvSpPr txBox="1"/>
          <p:nvPr/>
        </p:nvSpPr>
        <p:spPr>
          <a:xfrm>
            <a:off x="554918" y="1645106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FFC000"/>
                </a:solidFill>
                <a:latin typeface="Arial Rounded MT Bold" pitchFamily="34" charset="0"/>
                <a:cs typeface="Tahoma" charset="0"/>
              </a:rPr>
              <a:t>Placeholder 34</a:t>
            </a:r>
            <a:endParaRPr lang="tr-TR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FEC8C3-8DE2-4D8E-A923-51A718D9F487}"/>
              </a:ext>
            </a:extLst>
          </p:cNvPr>
          <p:cNvSpPr txBox="1"/>
          <p:nvPr/>
        </p:nvSpPr>
        <p:spPr>
          <a:xfrm>
            <a:off x="-20726" y="6211669"/>
            <a:ext cx="424847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solidFill>
                  <a:srgbClr val="FFC000"/>
                </a:solidFill>
                <a:latin typeface="Arial Rounded MT Bold" pitchFamily="34" charset="0"/>
                <a:cs typeface="Tahoma" charset="0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Arial Rounded MT Bold" pitchFamily="34" charset="0"/>
                <a:cs typeface="Tahoma" charset="0"/>
              </a:rPr>
              <a:t>‘</a:t>
            </a:r>
            <a:r>
              <a:rPr lang="tr-TR" sz="2800" i="1" dirty="0">
                <a:solidFill>
                  <a:srgbClr val="FFC000"/>
                </a:solidFill>
                <a:latin typeface="Arial Rounded MT Bold" pitchFamily="34" charset="0"/>
                <a:cs typeface="Tahoma" charset="0"/>
              </a:rPr>
              <a:t>Placeholder 35</a:t>
            </a:r>
            <a:r>
              <a:rPr lang="en-US" sz="2800" i="1" dirty="0">
                <a:solidFill>
                  <a:srgbClr val="FFC000"/>
                </a:solidFill>
                <a:latin typeface="Arial Rounded MT Bold" pitchFamily="34" charset="0"/>
                <a:cs typeface="Tahoma" charset="0"/>
              </a:rPr>
              <a:t>’</a:t>
            </a:r>
          </a:p>
          <a:p>
            <a:endParaRPr lang="tr-T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2A973-1141-403F-88CE-4A56496BB2AB}"/>
              </a:ext>
            </a:extLst>
          </p:cNvPr>
          <p:cNvSpPr txBox="1"/>
          <p:nvPr/>
        </p:nvSpPr>
        <p:spPr>
          <a:xfrm>
            <a:off x="1218315" y="2168326"/>
            <a:ext cx="2968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FFC000"/>
                </a:solidFill>
                <a:latin typeface="Arial Rounded MT Bold" pitchFamily="34" charset="0"/>
              </a:rPr>
              <a:t>Placeholder 36</a:t>
            </a:r>
            <a:endParaRPr lang="tr-TR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94C6D4-8F66-4591-9BC9-FE0FA6F1CE3E}"/>
              </a:ext>
            </a:extLst>
          </p:cNvPr>
          <p:cNvSpPr txBox="1"/>
          <p:nvPr/>
        </p:nvSpPr>
        <p:spPr>
          <a:xfrm>
            <a:off x="1043608" y="2739163"/>
            <a:ext cx="4452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FFC000"/>
                </a:solidFill>
                <a:latin typeface="Arial Rounded MT Bold" pitchFamily="34" charset="0"/>
              </a:rPr>
              <a:t>Placeholder 37</a:t>
            </a:r>
            <a:endParaRPr lang="tr-TR" sz="2800" b="1" dirty="0"/>
          </a:p>
        </p:txBody>
      </p:sp>
    </p:spTree>
    <p:extLst>
      <p:ext uri="{BB962C8B-B14F-4D97-AF65-F5344CB8AC3E}">
        <p14:creationId xmlns:p14="http://schemas.microsoft.com/office/powerpoint/2010/main" val="2042075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39552" y="404664"/>
            <a:ext cx="8229600" cy="1143000"/>
          </a:xfrm>
        </p:spPr>
        <p:txBody>
          <a:bodyPr/>
          <a:lstStyle/>
          <a:p>
            <a:r>
              <a:rPr lang="tr-TR" b="1" i="1" dirty="0" err="1">
                <a:solidFill>
                  <a:srgbClr val="FFC000"/>
                </a:solidFill>
              </a:rPr>
              <a:t>Anamnesis</a:t>
            </a:r>
            <a:r>
              <a:rPr lang="tr-TR" b="1" i="1" dirty="0">
                <a:solidFill>
                  <a:srgbClr val="FFC000"/>
                </a:solidFill>
              </a:rPr>
              <a:t> </a:t>
            </a:r>
            <a:endParaRPr lang="en-US" b="1" i="1" dirty="0">
              <a:solidFill>
                <a:srgbClr val="FFC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Arial Rounded MT Bold" pitchFamily="34" charset="0"/>
              </a:rPr>
              <a:t>No health problem</a:t>
            </a:r>
            <a:endParaRPr lang="tr-TR" sz="3200" dirty="0">
              <a:latin typeface="Arial Rounded MT Bold" pitchFamily="34" charset="0"/>
            </a:endParaRPr>
          </a:p>
          <a:p>
            <a:r>
              <a:rPr lang="tr-TR" sz="3200" dirty="0">
                <a:latin typeface="Arial Rounded MT Bold" pitchFamily="34" charset="0"/>
              </a:rPr>
              <a:t>No </a:t>
            </a:r>
            <a:r>
              <a:rPr lang="tr-TR" sz="3200" dirty="0" err="1">
                <a:latin typeface="Arial Rounded MT Bold" pitchFamily="34" charset="0"/>
              </a:rPr>
              <a:t>bad</a:t>
            </a:r>
            <a:r>
              <a:rPr lang="tr-TR" sz="3200" dirty="0">
                <a:latin typeface="Arial Rounded MT Bold" pitchFamily="34" charset="0"/>
              </a:rPr>
              <a:t> </a:t>
            </a:r>
            <a:r>
              <a:rPr lang="tr-TR" sz="3200" dirty="0" err="1">
                <a:latin typeface="Arial Rounded MT Bold" pitchFamily="34" charset="0"/>
              </a:rPr>
              <a:t>habit</a:t>
            </a:r>
            <a:endParaRPr lang="tr-TR" sz="3200" dirty="0"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13 Metin Yer Tutucusu"/>
          <p:cNvSpPr>
            <a:spLocks noGrp="1"/>
          </p:cNvSpPr>
          <p:nvPr>
            <p:ph type="body" idx="1"/>
          </p:nvPr>
        </p:nvSpPr>
        <p:spPr>
          <a:xfrm>
            <a:off x="-252536" y="1700808"/>
            <a:ext cx="4040188" cy="659352"/>
          </a:xfrm>
        </p:spPr>
        <p:txBody>
          <a:bodyPr/>
          <a:lstStyle/>
          <a:p>
            <a:pPr algn="ctr"/>
            <a:r>
              <a:rPr lang="tr-TR" sz="2800" b="0" dirty="0" err="1">
                <a:solidFill>
                  <a:schemeClr val="tx1"/>
                </a:solidFill>
                <a:latin typeface="Arial Rounded MT Bold" pitchFamily="34" charset="0"/>
              </a:rPr>
              <a:t>Symmetrical</a:t>
            </a:r>
            <a:r>
              <a:rPr lang="tr-TR" sz="2800" b="0" dirty="0">
                <a:solidFill>
                  <a:schemeClr val="tx1"/>
                </a:solidFill>
                <a:latin typeface="Arial Rounded MT Bold" pitchFamily="34" charset="0"/>
              </a:rPr>
              <a:t> </a:t>
            </a:r>
            <a:r>
              <a:rPr lang="tr-TR" sz="2800" b="0" dirty="0" err="1">
                <a:solidFill>
                  <a:schemeClr val="tx1"/>
                </a:solidFill>
                <a:latin typeface="Arial Rounded MT Bold" pitchFamily="34" charset="0"/>
              </a:rPr>
              <a:t>face</a:t>
            </a:r>
            <a:endParaRPr lang="tr-TR" sz="2800" b="0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sp>
        <p:nvSpPr>
          <p:cNvPr id="6" name="5 Metin Yer Tutucusu"/>
          <p:cNvSpPr>
            <a:spLocks noGrp="1"/>
          </p:cNvSpPr>
          <p:nvPr>
            <p:ph type="body" sz="half" idx="3"/>
          </p:nvPr>
        </p:nvSpPr>
        <p:spPr>
          <a:xfrm>
            <a:off x="-324544" y="4005064"/>
            <a:ext cx="4041775" cy="654843"/>
          </a:xfrm>
        </p:spPr>
        <p:txBody>
          <a:bodyPr/>
          <a:lstStyle/>
          <a:p>
            <a:pPr algn="ctr"/>
            <a:r>
              <a:rPr lang="tr-TR" sz="2800" b="0" dirty="0" err="1">
                <a:solidFill>
                  <a:schemeClr val="tx1"/>
                </a:solidFill>
                <a:latin typeface="Arial Rounded MT Bold" pitchFamily="34" charset="0"/>
              </a:rPr>
              <a:t>Competent</a:t>
            </a:r>
            <a:r>
              <a:rPr lang="tr-TR" sz="2800" b="0" dirty="0">
                <a:solidFill>
                  <a:schemeClr val="tx1"/>
                </a:solidFill>
                <a:latin typeface="Arial Rounded MT Bold" pitchFamily="34" charset="0"/>
              </a:rPr>
              <a:t>  </a:t>
            </a:r>
            <a:r>
              <a:rPr lang="tr-TR" sz="2800" b="0" dirty="0" err="1">
                <a:solidFill>
                  <a:schemeClr val="tx1"/>
                </a:solidFill>
                <a:latin typeface="Arial Rounded MT Bold" pitchFamily="34" charset="0"/>
              </a:rPr>
              <a:t>lips</a:t>
            </a:r>
            <a:endParaRPr lang="tr-TR" sz="2800" b="0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sp>
        <p:nvSpPr>
          <p:cNvPr id="8" name="7 Dikdörtgen"/>
          <p:cNvSpPr/>
          <p:nvPr/>
        </p:nvSpPr>
        <p:spPr>
          <a:xfrm>
            <a:off x="1480493" y="2852936"/>
            <a:ext cx="4924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600" dirty="0"/>
              <a:t>&amp;</a:t>
            </a:r>
          </a:p>
        </p:txBody>
      </p:sp>
      <p:sp>
        <p:nvSpPr>
          <p:cNvPr id="2" name="İçerik Yer Tutucusu 1"/>
          <p:cNvSpPr>
            <a:spLocks noGrp="1"/>
          </p:cNvSpPr>
          <p:nvPr>
            <p:ph sz="quarter" idx="2"/>
          </p:nvPr>
        </p:nvSpPr>
        <p:spPr>
          <a:xfrm>
            <a:off x="3489540" y="0"/>
            <a:ext cx="5654460" cy="6858000"/>
          </a:xfrm>
        </p:spPr>
        <p:txBody>
          <a:bodyPr/>
          <a:lstStyle/>
          <a:p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5 İçerik Yer Tutucusu"/>
          <p:cNvSpPr>
            <a:spLocks noGrp="1"/>
          </p:cNvSpPr>
          <p:nvPr>
            <p:ph sz="half" idx="1"/>
          </p:nvPr>
        </p:nvSpPr>
        <p:spPr>
          <a:xfrm>
            <a:off x="0" y="0"/>
            <a:ext cx="3707904" cy="6858000"/>
          </a:xfrm>
        </p:spPr>
        <p:txBody>
          <a:bodyPr/>
          <a:lstStyle/>
          <a:p>
            <a:pPr algn="ctr" eaLnBrk="1" hangingPunct="1">
              <a:buFont typeface="Wingdings 2" pitchFamily="18" charset="2"/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en-US" sz="2800" dirty="0">
              <a:latin typeface="Arial Rounded MT Bold" pitchFamily="34" charset="0"/>
            </a:endParaRPr>
          </a:p>
          <a:p>
            <a:pPr algn="ctr" eaLnBrk="1" hangingPunct="1">
              <a:buFont typeface="Wingdings 2" pitchFamily="18" charset="2"/>
              <a:buNone/>
            </a:pPr>
            <a:r>
              <a:rPr lang="en-US" sz="2800" dirty="0">
                <a:latin typeface="Arial Rounded MT Bold" pitchFamily="34" charset="0"/>
              </a:rPr>
              <a:t> smiling line</a:t>
            </a: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Font typeface="Wingdings 2" pitchFamily="18" charset="2"/>
              <a:buNone/>
            </a:pPr>
            <a:r>
              <a:rPr lang="tr-TR" sz="2800" dirty="0">
                <a:latin typeface="Arial Rounded MT Bold" pitchFamily="34" charset="0"/>
              </a:rPr>
              <a:t>  </a:t>
            </a:r>
          </a:p>
          <a:p>
            <a:pPr algn="ctr" eaLnBrk="1" hangingPunct="1">
              <a:buFont typeface="Wingdings 2" pitchFamily="18" charset="2"/>
              <a:buNone/>
            </a:pPr>
            <a:r>
              <a:rPr lang="tr-TR" sz="2800" dirty="0">
                <a:latin typeface="Arial Rounded MT Bold" pitchFamily="34" charset="0"/>
              </a:rPr>
              <a:t>   </a:t>
            </a:r>
          </a:p>
        </p:txBody>
      </p:sp>
      <p:cxnSp>
        <p:nvCxnSpPr>
          <p:cNvPr id="13" name="12 Düz Bağlayıcı"/>
          <p:cNvCxnSpPr/>
          <p:nvPr/>
        </p:nvCxnSpPr>
        <p:spPr>
          <a:xfrm>
            <a:off x="6570663" y="476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İçerik Yer Tutucusu 1"/>
          <p:cNvSpPr>
            <a:spLocks noGrp="1"/>
          </p:cNvSpPr>
          <p:nvPr>
            <p:ph sz="half" idx="2"/>
          </p:nvPr>
        </p:nvSpPr>
        <p:spPr>
          <a:xfrm>
            <a:off x="3433520" y="2272"/>
            <a:ext cx="5694784" cy="6855728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45481-5E52-473D-A765-F6D005AC6FC8}"/>
              </a:ext>
            </a:extLst>
          </p:cNvPr>
          <p:cNvSpPr txBox="1"/>
          <p:nvPr/>
        </p:nvSpPr>
        <p:spPr>
          <a:xfrm>
            <a:off x="1115616" y="3140968"/>
            <a:ext cx="4888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latin typeface="Arial Rounded MT Bold" panose="020F0704030504030204" pitchFamily="34" charset="0"/>
              </a:rPr>
              <a:t>Placeholder 109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 </a:t>
            </a:r>
          </a:p>
        </p:txBody>
      </p:sp>
      <p:sp>
        <p:nvSpPr>
          <p:cNvPr id="9" name="8 Metin Yer Tutucusu"/>
          <p:cNvSpPr>
            <a:spLocks noGrp="1"/>
          </p:cNvSpPr>
          <p:nvPr>
            <p:ph type="body" idx="1"/>
          </p:nvPr>
        </p:nvSpPr>
        <p:spPr>
          <a:xfrm>
            <a:off x="-22352" y="5893364"/>
            <a:ext cx="9144000" cy="792088"/>
          </a:xfrm>
        </p:spPr>
        <p:txBody>
          <a:bodyPr/>
          <a:lstStyle/>
          <a:p>
            <a:pPr algn="ctr"/>
            <a:r>
              <a:rPr lang="tr-TR" sz="2800" dirty="0">
                <a:solidFill>
                  <a:schemeClr val="tx1"/>
                </a:solidFill>
                <a:latin typeface="Arial Rounded MT Bold" pitchFamily="34" charset="0"/>
              </a:rPr>
              <a:t>               </a:t>
            </a:r>
          </a:p>
        </p:txBody>
      </p:sp>
      <p:cxnSp>
        <p:nvCxnSpPr>
          <p:cNvPr id="11" name="10 Düz Bağlayıcı"/>
          <p:cNvCxnSpPr/>
          <p:nvPr/>
        </p:nvCxnSpPr>
        <p:spPr>
          <a:xfrm>
            <a:off x="9144000" y="400526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İçerik Yer Tutucusu 1"/>
          <p:cNvSpPr>
            <a:spLocks noGrp="1"/>
          </p:cNvSpPr>
          <p:nvPr>
            <p:ph sz="quarter" idx="2"/>
          </p:nvPr>
        </p:nvSpPr>
        <p:spPr>
          <a:xfrm>
            <a:off x="4948" y="0"/>
            <a:ext cx="4567051" cy="5733256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4"/>
          </p:nvPr>
        </p:nvSpPr>
        <p:spPr>
          <a:xfrm>
            <a:off x="4585648" y="5234"/>
            <a:ext cx="4536000" cy="5728021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5C7BA-FFEC-4051-B0A1-AB54FC5EB23C}"/>
              </a:ext>
            </a:extLst>
          </p:cNvPr>
          <p:cNvSpPr txBox="1"/>
          <p:nvPr/>
        </p:nvSpPr>
        <p:spPr>
          <a:xfrm>
            <a:off x="3037476" y="6027798"/>
            <a:ext cx="3096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latin typeface="Arial Rounded MT Bold" panose="020F0704030504030204" pitchFamily="34" charset="0"/>
              </a:rPr>
              <a:t>Placeholder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>
          <a:xfrm>
            <a:off x="0" y="0"/>
            <a:ext cx="9144000" cy="4572008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7171" name="4 Metin kutusu"/>
          <p:cNvSpPr txBox="1">
            <a:spLocks noChangeArrowheads="1"/>
          </p:cNvSpPr>
          <p:nvPr/>
        </p:nvSpPr>
        <p:spPr bwMode="auto">
          <a:xfrm>
            <a:off x="0" y="4611231"/>
            <a:ext cx="91440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None/>
            </a:pPr>
            <a:endParaRPr lang="tr-TR" sz="2800" dirty="0">
              <a:latin typeface="Arial Rounded MT Bold" pitchFamily="34" charset="0"/>
            </a:endParaRPr>
          </a:p>
          <a:p>
            <a:pPr algn="ctr" eaLnBrk="1" hangingPunct="1">
              <a:buNone/>
            </a:pPr>
            <a:r>
              <a:rPr lang="tr-TR" sz="2800" dirty="0">
                <a:latin typeface="Arial Rounded MT Bold" pitchFamily="34" charset="0"/>
              </a:rPr>
              <a:t>Maxillary transverse deficiency</a:t>
            </a:r>
            <a:r>
              <a:rPr lang="en-US" sz="2800" dirty="0">
                <a:latin typeface="Arial Rounded MT Bold" pitchFamily="34" charset="0"/>
              </a:rPr>
              <a:t>  </a:t>
            </a:r>
          </a:p>
          <a:p>
            <a:pPr algn="ctr" eaLnBrk="1" hangingPunct="1">
              <a:buNone/>
            </a:pPr>
            <a:r>
              <a:rPr lang="tr-TR" sz="2800" dirty="0">
                <a:latin typeface="Arial Rounded MT Bold" pitchFamily="34" charset="0"/>
              </a:rPr>
              <a:t>Overjet :    mm</a:t>
            </a:r>
          </a:p>
          <a:p>
            <a:pPr algn="ctr" eaLnBrk="1" hangingPunct="1">
              <a:buNone/>
            </a:pPr>
            <a:r>
              <a:rPr lang="tr-TR" sz="2800" dirty="0">
                <a:latin typeface="Arial Rounded MT Bold" pitchFamily="34" charset="0"/>
              </a:rPr>
              <a:t>Overbite:     mm</a:t>
            </a:r>
            <a:endParaRPr lang="en-US" sz="2800" dirty="0">
              <a:latin typeface="Arial Rounded MT Bold" pitchFamily="34" charset="0"/>
            </a:endParaRPr>
          </a:p>
        </p:txBody>
      </p:sp>
      <p:cxnSp>
        <p:nvCxnSpPr>
          <p:cNvPr id="5" name="4 Düz Bağlayıcı"/>
          <p:cNvCxnSpPr/>
          <p:nvPr/>
        </p:nvCxnSpPr>
        <p:spPr>
          <a:xfrm>
            <a:off x="4572000" y="206904"/>
            <a:ext cx="0" cy="4365104"/>
          </a:xfrm>
          <a:prstGeom prst="line">
            <a:avLst/>
          </a:prstGeom>
          <a:ln w="25400" cmpd="sng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A1DBC51-1B7E-4B7C-8AF1-D6B72344DDAB}"/>
              </a:ext>
            </a:extLst>
          </p:cNvPr>
          <p:cNvSpPr txBox="1"/>
          <p:nvPr/>
        </p:nvSpPr>
        <p:spPr>
          <a:xfrm>
            <a:off x="1043608" y="4725144"/>
            <a:ext cx="72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latin typeface="Arial Rounded MT Bold" panose="020F0704030504030204" pitchFamily="34" charset="0"/>
              </a:rPr>
              <a:t>Placeholder 110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1A9BFC-E9B4-4D1D-B9E9-E97DF03A4949}"/>
              </a:ext>
            </a:extLst>
          </p:cNvPr>
          <p:cNvSpPr txBox="1"/>
          <p:nvPr/>
        </p:nvSpPr>
        <p:spPr>
          <a:xfrm>
            <a:off x="1043608" y="5084438"/>
            <a:ext cx="72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>
                <a:latin typeface="Arial Rounded MT Bold" panose="020F0704030504030204" pitchFamily="34" charset="0"/>
              </a:rPr>
              <a:t>Placeholder 111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510366-3FAD-4D9E-BF4E-6CB5551A6C7E}"/>
              </a:ext>
            </a:extLst>
          </p:cNvPr>
          <p:cNvSpPr txBox="1"/>
          <p:nvPr/>
        </p:nvSpPr>
        <p:spPr>
          <a:xfrm>
            <a:off x="4752020" y="5906956"/>
            <a:ext cx="60126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>
                <a:latin typeface="Arial Rounded MT Bold" panose="020F0704030504030204" pitchFamily="34" charset="0"/>
              </a:rPr>
              <a:t>Placeholder 112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4E7A9E-9C6A-4484-A98F-0D65363B115A}"/>
              </a:ext>
            </a:extLst>
          </p:cNvPr>
          <p:cNvSpPr txBox="1"/>
          <p:nvPr/>
        </p:nvSpPr>
        <p:spPr>
          <a:xfrm>
            <a:off x="4752020" y="6334780"/>
            <a:ext cx="53645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>
                <a:latin typeface="Arial Rounded MT Bold" panose="020F0704030504030204" pitchFamily="34" charset="0"/>
              </a:rPr>
              <a:t>Placeholder 113</a:t>
            </a:r>
          </a:p>
        </p:txBody>
      </p:sp>
    </p:spTree>
    <p:extLst>
      <p:ext uri="{BB962C8B-B14F-4D97-AF65-F5344CB8AC3E}">
        <p14:creationId xmlns:p14="http://schemas.microsoft.com/office/powerpoint/2010/main" val="319206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>
          <a:xfrm>
            <a:off x="4948" y="1525587"/>
            <a:ext cx="9139051" cy="5332413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4F7F62-E418-4B3D-8945-9C39232B61F9}"/>
              </a:ext>
            </a:extLst>
          </p:cNvPr>
          <p:cNvSpPr txBox="1"/>
          <p:nvPr/>
        </p:nvSpPr>
        <p:spPr>
          <a:xfrm>
            <a:off x="179512" y="476671"/>
            <a:ext cx="8784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latin typeface="Arial Rounded MT Bold" panose="020F0704030504030204" pitchFamily="34" charset="0"/>
              </a:rPr>
              <a:t>Placeholder 101</a:t>
            </a:r>
          </a:p>
        </p:txBody>
      </p:sp>
    </p:spTree>
    <p:extLst>
      <p:ext uri="{BB962C8B-B14F-4D97-AF65-F5344CB8AC3E}">
        <p14:creationId xmlns:p14="http://schemas.microsoft.com/office/powerpoint/2010/main" val="2461849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>
          <a:xfrm>
            <a:off x="4948" y="1525587"/>
            <a:ext cx="9139051" cy="5332413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4F7F62-E418-4B3D-8945-9C39232B61F9}"/>
              </a:ext>
            </a:extLst>
          </p:cNvPr>
          <p:cNvSpPr txBox="1"/>
          <p:nvPr/>
        </p:nvSpPr>
        <p:spPr>
          <a:xfrm>
            <a:off x="179512" y="476672"/>
            <a:ext cx="8784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latin typeface="Arial Rounded MT Bold" panose="020F0704030504030204" pitchFamily="34" charset="0"/>
              </a:rPr>
              <a:t>Placeholder 103 </a:t>
            </a:r>
          </a:p>
        </p:txBody>
      </p:sp>
    </p:spTree>
    <p:extLst>
      <p:ext uri="{BB962C8B-B14F-4D97-AF65-F5344CB8AC3E}">
        <p14:creationId xmlns:p14="http://schemas.microsoft.com/office/powerpoint/2010/main" val="2841437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6 Metin kutusu"/>
          <p:cNvSpPr txBox="1">
            <a:spLocks noChangeArrowheads="1"/>
          </p:cNvSpPr>
          <p:nvPr/>
        </p:nvSpPr>
        <p:spPr bwMode="auto">
          <a:xfrm>
            <a:off x="4479925" y="5357813"/>
            <a:ext cx="18415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tr-TR" sz="2800">
              <a:latin typeface="Arial Rounded MT Bold" pitchFamily="34" charset="0"/>
            </a:endParaRPr>
          </a:p>
          <a:p>
            <a:pPr algn="ctr"/>
            <a:endParaRPr lang="tr-TR" sz="2800">
              <a:latin typeface="Arial Rounded MT Bold" pitchFamily="34" charset="0"/>
            </a:endParaRPr>
          </a:p>
        </p:txBody>
      </p:sp>
      <p:cxnSp>
        <p:nvCxnSpPr>
          <p:cNvPr id="10" name="9 Düz Ok Bağlayıcısı"/>
          <p:cNvCxnSpPr/>
          <p:nvPr/>
        </p:nvCxnSpPr>
        <p:spPr>
          <a:xfrm>
            <a:off x="3357563" y="3571875"/>
            <a:ext cx="357187" cy="158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Düz Ok Bağlayıcısı"/>
          <p:cNvCxnSpPr/>
          <p:nvPr/>
        </p:nvCxnSpPr>
        <p:spPr>
          <a:xfrm rot="10800000" flipV="1">
            <a:off x="5857875" y="3286125"/>
            <a:ext cx="428625" cy="21431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Düz Ok Bağlayıcısı"/>
          <p:cNvCxnSpPr/>
          <p:nvPr/>
        </p:nvCxnSpPr>
        <p:spPr>
          <a:xfrm rot="5400000">
            <a:off x="5429250" y="2714625"/>
            <a:ext cx="357188" cy="7143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5" name="8 Metin kutusu"/>
          <p:cNvSpPr txBox="1">
            <a:spLocks noChangeArrowheads="1"/>
          </p:cNvSpPr>
          <p:nvPr/>
        </p:nvSpPr>
        <p:spPr bwMode="auto">
          <a:xfrm>
            <a:off x="2124075" y="4868863"/>
            <a:ext cx="18415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tr-TR" sz="3200">
              <a:latin typeface="Arial Rounded MT Bold" pitchFamily="34" charset="0"/>
            </a:endParaRPr>
          </a:p>
        </p:txBody>
      </p:sp>
      <p:sp>
        <p:nvSpPr>
          <p:cNvPr id="12297" name="8 Metin kutusu"/>
          <p:cNvSpPr txBox="1">
            <a:spLocks noChangeArrowheads="1"/>
          </p:cNvSpPr>
          <p:nvPr/>
        </p:nvSpPr>
        <p:spPr bwMode="auto">
          <a:xfrm>
            <a:off x="-22880" y="4866571"/>
            <a:ext cx="914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tr-TR" sz="2000" dirty="0">
                <a:latin typeface="Arial Rounded MT Bold" pitchFamily="34" charset="0"/>
              </a:rPr>
              <a:t>Placeholder 140</a:t>
            </a:r>
          </a:p>
        </p:txBody>
      </p:sp>
      <p:sp>
        <p:nvSpPr>
          <p:cNvPr id="2" name="İçerik Yer Tutucusu 1"/>
          <p:cNvSpPr>
            <a:spLocks noGrp="1"/>
          </p:cNvSpPr>
          <p:nvPr>
            <p:ph idx="1"/>
          </p:nvPr>
        </p:nvSpPr>
        <p:spPr>
          <a:xfrm>
            <a:off x="0" y="-7502"/>
            <a:ext cx="9144000" cy="4876365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13" name="8 Metin kutusu">
            <a:extLst>
              <a:ext uri="{FF2B5EF4-FFF2-40B4-BE49-F238E27FC236}">
                <a16:creationId xmlns:a16="http://schemas.microsoft.com/office/drawing/2014/main" id="{4DAAC7C4-2BC0-4217-9D6A-95292665C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262" y="5218563"/>
            <a:ext cx="914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tr-TR" sz="2000" dirty="0">
                <a:latin typeface="Arial Rounded MT Bold" pitchFamily="34" charset="0"/>
              </a:rPr>
              <a:t>Placeholder 141</a:t>
            </a:r>
          </a:p>
        </p:txBody>
      </p:sp>
      <p:sp>
        <p:nvSpPr>
          <p:cNvPr id="17" name="8 Metin kutusu">
            <a:extLst>
              <a:ext uri="{FF2B5EF4-FFF2-40B4-BE49-F238E27FC236}">
                <a16:creationId xmlns:a16="http://schemas.microsoft.com/office/drawing/2014/main" id="{88319470-73C2-40B9-9428-B3BE5D4B1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262" y="5555214"/>
            <a:ext cx="914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tr-TR" sz="2000" dirty="0">
                <a:latin typeface="Arial Rounded MT Bold" pitchFamily="34" charset="0"/>
              </a:rPr>
              <a:t>Placeholder 142</a:t>
            </a:r>
          </a:p>
        </p:txBody>
      </p:sp>
      <p:sp>
        <p:nvSpPr>
          <p:cNvPr id="18" name="8 Metin kutusu">
            <a:extLst>
              <a:ext uri="{FF2B5EF4-FFF2-40B4-BE49-F238E27FC236}">
                <a16:creationId xmlns:a16="http://schemas.microsoft.com/office/drawing/2014/main" id="{E7ACF114-45FC-4600-8AE6-A1C9B6B8F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262" y="6222565"/>
            <a:ext cx="914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tr-TR" sz="2000" dirty="0">
                <a:latin typeface="Arial Rounded MT Bold" pitchFamily="34" charset="0"/>
              </a:rPr>
              <a:t>Placeholder 143</a:t>
            </a:r>
          </a:p>
        </p:txBody>
      </p:sp>
      <p:sp>
        <p:nvSpPr>
          <p:cNvPr id="19" name="8 Metin kutusu">
            <a:extLst>
              <a:ext uri="{FF2B5EF4-FFF2-40B4-BE49-F238E27FC236}">
                <a16:creationId xmlns:a16="http://schemas.microsoft.com/office/drawing/2014/main" id="{F5635F7C-3735-47AF-858D-1407BC323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262" y="5887731"/>
            <a:ext cx="914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tr-TR" sz="2000" dirty="0">
                <a:latin typeface="Arial Rounded MT Bold" pitchFamily="34" charset="0"/>
              </a:rPr>
              <a:t>Placeholder 144</a:t>
            </a:r>
          </a:p>
        </p:txBody>
      </p:sp>
    </p:spTree>
    <p:extLst>
      <p:ext uri="{BB962C8B-B14F-4D97-AF65-F5344CB8AC3E}">
        <p14:creationId xmlns:p14="http://schemas.microsoft.com/office/powerpoint/2010/main" val="2063123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800100"/>
            <a:ext cx="5286375" cy="842963"/>
          </a:xfrm>
        </p:spPr>
        <p:txBody>
          <a:bodyPr>
            <a:normAutofit fontScale="90000"/>
          </a:bodyPr>
          <a:lstStyle/>
          <a:p>
            <a:pPr marL="54864" eaLnBrk="1" fontAlgn="auto" hangingPunct="1">
              <a:spcAft>
                <a:spcPts val="0"/>
              </a:spcAft>
              <a:defRPr/>
            </a:pPr>
            <a:br>
              <a:rPr lang="tr-TR" dirty="0">
                <a:solidFill>
                  <a:schemeClr val="tx2">
                    <a:satMod val="200000"/>
                  </a:schemeClr>
                </a:solidFill>
                <a:latin typeface="Arial" pitchFamily="34" charset="0"/>
              </a:rPr>
            </a:br>
            <a:endParaRPr lang="tr-TR" sz="3200" dirty="0">
              <a:solidFill>
                <a:schemeClr val="tx2">
                  <a:satMod val="200000"/>
                </a:schemeClr>
              </a:solidFill>
              <a:latin typeface="Arial" pitchFamily="34" charset="0"/>
            </a:endParaRPr>
          </a:p>
        </p:txBody>
      </p:sp>
      <p:sp>
        <p:nvSpPr>
          <p:cNvPr id="17411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1" y="0"/>
            <a:ext cx="4788024" cy="6858000"/>
          </a:xfrm>
        </p:spPr>
        <p:txBody>
          <a:bodyPr/>
          <a:lstStyle/>
          <a:p>
            <a:pPr algn="ctr" eaLnBrk="1" hangingPunct="1">
              <a:buNone/>
            </a:pPr>
            <a:endParaRPr lang="tr-TR" sz="2800" b="1" dirty="0">
              <a:latin typeface="Arial" pitchFamily="34" charset="0"/>
            </a:endParaRPr>
          </a:p>
          <a:p>
            <a:pPr algn="ctr" eaLnBrk="1" hangingPunct="1">
              <a:buNone/>
            </a:pPr>
            <a:r>
              <a:rPr lang="tr-TR" sz="2800" b="1" dirty="0">
                <a:latin typeface="Arial" pitchFamily="34" charset="0"/>
              </a:rPr>
              <a:t>Hays </a:t>
            </a:r>
            <a:r>
              <a:rPr lang="tr-TR" sz="2800" b="1" dirty="0" err="1">
                <a:latin typeface="Arial" pitchFamily="34" charset="0"/>
              </a:rPr>
              <a:t>Nance</a:t>
            </a:r>
            <a:r>
              <a:rPr lang="tr-TR" sz="2800" b="1" dirty="0">
                <a:latin typeface="Arial" pitchFamily="34" charset="0"/>
              </a:rPr>
              <a:t> </a:t>
            </a:r>
          </a:p>
          <a:p>
            <a:pPr eaLnBrk="1" hangingPunct="1">
              <a:buFont typeface="Arial" pitchFamily="34" charset="0"/>
              <a:buNone/>
            </a:pPr>
            <a:r>
              <a:rPr lang="tr-TR" sz="3400" b="1" dirty="0">
                <a:solidFill>
                  <a:schemeClr val="tx2"/>
                </a:solidFill>
                <a:latin typeface="Arial" pitchFamily="34" charset="0"/>
              </a:rPr>
              <a:t>	</a:t>
            </a:r>
            <a:r>
              <a:rPr lang="tr-TR" sz="2400" b="1" dirty="0">
                <a:latin typeface="Arial" pitchFamily="34" charset="0"/>
              </a:rPr>
              <a:t> </a:t>
            </a:r>
            <a:r>
              <a:rPr lang="tr-TR" sz="3400" b="1" dirty="0">
                <a:latin typeface="Arial" pitchFamily="34" charset="0"/>
              </a:rPr>
              <a:t>	</a:t>
            </a:r>
          </a:p>
          <a:p>
            <a:pPr eaLnBrk="1" hangingPunct="1"/>
            <a:endParaRPr lang="tr-TR" sz="2800" b="1" dirty="0">
              <a:solidFill>
                <a:schemeClr val="tx2"/>
              </a:solidFill>
              <a:latin typeface="Arial" pitchFamily="34" charset="0"/>
            </a:endParaRPr>
          </a:p>
          <a:p>
            <a:pPr eaLnBrk="1" hangingPunct="1"/>
            <a:endParaRPr lang="tr-TR" sz="2800" b="1" dirty="0">
              <a:solidFill>
                <a:schemeClr val="tx2"/>
              </a:solidFill>
              <a:latin typeface="Arial" pitchFamily="34" charset="0"/>
            </a:endParaRPr>
          </a:p>
          <a:p>
            <a:pPr eaLnBrk="1" hangingPunct="1"/>
            <a:endParaRPr lang="tr-TR" sz="2800" b="1" dirty="0">
              <a:solidFill>
                <a:schemeClr val="tx2"/>
              </a:solidFill>
              <a:latin typeface="Arial" pitchFamily="34" charset="0"/>
            </a:endParaRPr>
          </a:p>
          <a:p>
            <a:pPr eaLnBrk="1" hangingPunct="1">
              <a:buNone/>
            </a:pPr>
            <a:r>
              <a:rPr lang="tr-TR" sz="2800" b="1" dirty="0">
                <a:solidFill>
                  <a:schemeClr val="tx2"/>
                </a:solidFill>
                <a:latin typeface="Arial" pitchFamily="34" charset="0"/>
              </a:rPr>
              <a:t> </a:t>
            </a:r>
          </a:p>
          <a:p>
            <a:pPr algn="ctr" eaLnBrk="1" hangingPunct="1">
              <a:buNone/>
            </a:pPr>
            <a:r>
              <a:rPr lang="tr-TR" sz="2800" b="1" dirty="0">
                <a:latin typeface="Arial" pitchFamily="34" charset="0"/>
              </a:rPr>
              <a:t>  </a:t>
            </a:r>
            <a:r>
              <a:rPr lang="tr-TR" sz="2800" b="1" dirty="0" err="1">
                <a:latin typeface="Arial" pitchFamily="34" charset="0"/>
              </a:rPr>
              <a:t>Bolton</a:t>
            </a:r>
            <a:r>
              <a:rPr lang="tr-TR" sz="2800" b="1" dirty="0">
                <a:latin typeface="Arial" pitchFamily="34" charset="0"/>
              </a:rPr>
              <a:t> Analysis</a:t>
            </a:r>
          </a:p>
        </p:txBody>
      </p:sp>
      <p:graphicFrame>
        <p:nvGraphicFramePr>
          <p:cNvPr id="4" name="3 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004620"/>
              </p:ext>
            </p:extLst>
          </p:nvPr>
        </p:nvGraphicFramePr>
        <p:xfrm>
          <a:off x="251520" y="1196752"/>
          <a:ext cx="4464496" cy="1296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5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l"/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dirty="0" err="1">
                          <a:latin typeface="Arial Rounded MT Bold" pitchFamily="34" charset="0"/>
                        </a:rPr>
                        <a:t>Right</a:t>
                      </a:r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dirty="0" err="1">
                          <a:latin typeface="Arial Rounded MT Bold" pitchFamily="34" charset="0"/>
                        </a:rPr>
                        <a:t>Left</a:t>
                      </a:r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dirty="0">
                          <a:latin typeface="Arial Rounded MT Bold" pitchFamily="34" charset="0"/>
                        </a:rPr>
                        <a:t>Total</a:t>
                      </a:r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tr-TR" sz="1800" dirty="0" err="1">
                          <a:latin typeface="Arial Rounded MT Bold" pitchFamily="34" charset="0"/>
                        </a:rPr>
                        <a:t>Maxilla</a:t>
                      </a:r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tr-TR" sz="1800" dirty="0" err="1">
                          <a:latin typeface="Arial Rounded MT Bold" pitchFamily="34" charset="0"/>
                        </a:rPr>
                        <a:t>Mandible</a:t>
                      </a:r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6 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118571"/>
              </p:ext>
            </p:extLst>
          </p:nvPr>
        </p:nvGraphicFramePr>
        <p:xfrm>
          <a:off x="229524" y="4509119"/>
          <a:ext cx="4464496" cy="1282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08">
                <a:tc>
                  <a:txBody>
                    <a:bodyPr/>
                    <a:lstStyle/>
                    <a:p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dirty="0" err="1">
                          <a:latin typeface="Arial Rounded MT Bold" pitchFamily="34" charset="0"/>
                        </a:rPr>
                        <a:t>Bolton</a:t>
                      </a:r>
                      <a:r>
                        <a:rPr lang="tr-TR" sz="1800" baseline="0" dirty="0">
                          <a:latin typeface="Arial Rounded MT Bold" pitchFamily="34" charset="0"/>
                        </a:rPr>
                        <a:t> (6)</a:t>
                      </a:r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dirty="0" err="1">
                          <a:latin typeface="Arial Rounded MT Bold" pitchFamily="34" charset="0"/>
                        </a:rPr>
                        <a:t>Bolton</a:t>
                      </a:r>
                      <a:r>
                        <a:rPr lang="tr-TR" sz="1800" dirty="0">
                          <a:latin typeface="Arial Rounded MT Bold" pitchFamily="34" charset="0"/>
                        </a:rPr>
                        <a:t> (12)</a:t>
                      </a:r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r>
                        <a:rPr lang="tr-TR" sz="1800" dirty="0" err="1">
                          <a:latin typeface="Arial Rounded MT Bold" pitchFamily="34" charset="0"/>
                        </a:rPr>
                        <a:t>Maxilla</a:t>
                      </a:r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r>
                        <a:rPr lang="tr-TR" sz="1800" dirty="0" err="1">
                          <a:latin typeface="Arial Rounded MT Bold" pitchFamily="34" charset="0"/>
                        </a:rPr>
                        <a:t>Mandible</a:t>
                      </a:r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tr-TR" sz="1800" dirty="0">
                        <a:latin typeface="Arial Rounded MT Bold" pitchFamily="34" charset="0"/>
                      </a:endParaRPr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13 İçerik Yer Tutucusu"/>
          <p:cNvSpPr>
            <a:spLocks noGrp="1"/>
          </p:cNvSpPr>
          <p:nvPr>
            <p:ph sz="quarter" idx="4294967295"/>
          </p:nvPr>
        </p:nvSpPr>
        <p:spPr>
          <a:xfrm>
            <a:off x="4857752" y="3429000"/>
            <a:ext cx="4286248" cy="3429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13 İçerik Yer Tutucusu"/>
          <p:cNvSpPr>
            <a:spLocks noGrp="1"/>
          </p:cNvSpPr>
          <p:nvPr>
            <p:ph sz="quarter" idx="4294967295"/>
          </p:nvPr>
        </p:nvSpPr>
        <p:spPr>
          <a:xfrm>
            <a:off x="4857752" y="0"/>
            <a:ext cx="4286248" cy="340170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F6D01A-B117-4084-BC5C-8B77F6C9BA41}"/>
              </a:ext>
            </a:extLst>
          </p:cNvPr>
          <p:cNvSpPr txBox="1"/>
          <p:nvPr/>
        </p:nvSpPr>
        <p:spPr>
          <a:xfrm>
            <a:off x="3637128" y="1644769"/>
            <a:ext cx="488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122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F89A28-E067-4ABD-B7DE-86F8C8FCA183}"/>
              </a:ext>
            </a:extLst>
          </p:cNvPr>
          <p:cNvSpPr txBox="1"/>
          <p:nvPr/>
        </p:nvSpPr>
        <p:spPr>
          <a:xfrm>
            <a:off x="2666171" y="1659152"/>
            <a:ext cx="284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121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99618-8C86-44A4-98A5-0C4093134BFE}"/>
              </a:ext>
            </a:extLst>
          </p:cNvPr>
          <p:cNvSpPr txBox="1"/>
          <p:nvPr/>
        </p:nvSpPr>
        <p:spPr>
          <a:xfrm>
            <a:off x="1645859" y="5385899"/>
            <a:ext cx="488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128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626C51-248F-4396-9A0C-D9182E1C7D5B}"/>
              </a:ext>
            </a:extLst>
          </p:cNvPr>
          <p:cNvSpPr txBox="1"/>
          <p:nvPr/>
        </p:nvSpPr>
        <p:spPr>
          <a:xfrm>
            <a:off x="1645859" y="4958493"/>
            <a:ext cx="488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126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30B1FF-0D7C-42F3-B360-E11B2801E0DE}"/>
              </a:ext>
            </a:extLst>
          </p:cNvPr>
          <p:cNvSpPr txBox="1"/>
          <p:nvPr/>
        </p:nvSpPr>
        <p:spPr>
          <a:xfrm>
            <a:off x="3131840" y="4971193"/>
            <a:ext cx="488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127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2BFF5A-2AA6-411F-9523-57F315E17F12}"/>
              </a:ext>
            </a:extLst>
          </p:cNvPr>
          <p:cNvSpPr txBox="1"/>
          <p:nvPr/>
        </p:nvSpPr>
        <p:spPr>
          <a:xfrm>
            <a:off x="3131840" y="5394335"/>
            <a:ext cx="488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129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530F40-06FC-4EEC-A020-A21FFCC0D8E7}"/>
              </a:ext>
            </a:extLst>
          </p:cNvPr>
          <p:cNvSpPr txBox="1"/>
          <p:nvPr/>
        </p:nvSpPr>
        <p:spPr>
          <a:xfrm>
            <a:off x="1691679" y="1659152"/>
            <a:ext cx="11772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120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C73E30-37CF-413F-B065-8697C1867D42}"/>
              </a:ext>
            </a:extLst>
          </p:cNvPr>
          <p:cNvSpPr txBox="1"/>
          <p:nvPr/>
        </p:nvSpPr>
        <p:spPr>
          <a:xfrm>
            <a:off x="3637128" y="2084812"/>
            <a:ext cx="488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D193E4-53F9-490D-A6A8-918DCE616BDC}"/>
              </a:ext>
            </a:extLst>
          </p:cNvPr>
          <p:cNvSpPr txBox="1"/>
          <p:nvPr/>
        </p:nvSpPr>
        <p:spPr>
          <a:xfrm>
            <a:off x="2666171" y="2099195"/>
            <a:ext cx="284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D64B76-EE77-43E8-854E-2ED89EF312E3}"/>
              </a:ext>
            </a:extLst>
          </p:cNvPr>
          <p:cNvSpPr txBox="1"/>
          <p:nvPr/>
        </p:nvSpPr>
        <p:spPr>
          <a:xfrm>
            <a:off x="1691679" y="2099195"/>
            <a:ext cx="11772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123</a:t>
            </a:r>
          </a:p>
        </p:txBody>
      </p:sp>
    </p:spTree>
    <p:extLst>
      <p:ext uri="{BB962C8B-B14F-4D97-AF65-F5344CB8AC3E}">
        <p14:creationId xmlns:p14="http://schemas.microsoft.com/office/powerpoint/2010/main" val="3403393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3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5678602"/>
              </p:ext>
            </p:extLst>
          </p:nvPr>
        </p:nvGraphicFramePr>
        <p:xfrm>
          <a:off x="5143500" y="296243"/>
          <a:ext cx="4000500" cy="4129091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517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SAGITTAL</a:t>
                      </a:r>
                      <a:endParaRPr kumimoji="0" lang="tr-T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Rate</a:t>
                      </a:r>
                      <a:endParaRPr kumimoji="0" lang="tr-T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Normal</a:t>
                      </a:r>
                      <a:endParaRPr kumimoji="0" lang="tr-T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61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SNA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sz="2000" b="1" dirty="0">
                        <a:solidFill>
                          <a:schemeClr val="tx1"/>
                        </a:solidFill>
                        <a:latin typeface="Arial Tur" pitchFamily="34" charset="0"/>
                        <a:cs typeface="Arial Tur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 82° ± 2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SNB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sz="2000" b="1" dirty="0">
                        <a:solidFill>
                          <a:schemeClr val="tx1"/>
                        </a:solidFill>
                        <a:latin typeface="Arial Tur" pitchFamily="34" charset="0"/>
                        <a:cs typeface="Arial Tur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 80° ± 2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ANB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sz="2000" b="1" dirty="0">
                        <a:solidFill>
                          <a:schemeClr val="tx1"/>
                        </a:solidFill>
                        <a:latin typeface="Arial Tur" pitchFamily="34" charset="0"/>
                        <a:cs typeface="Arial Tur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  2° ± 2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N-A 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sz="2000" b="1" dirty="0">
                        <a:solidFill>
                          <a:schemeClr val="tx1"/>
                        </a:solidFill>
                        <a:latin typeface="Arial Tur" pitchFamily="34" charset="0"/>
                        <a:cs typeface="Arial Tur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0 ± 3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N-Pog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sz="2000" b="1" dirty="0">
                        <a:solidFill>
                          <a:schemeClr val="tx1"/>
                        </a:solidFill>
                        <a:latin typeface="Arial Tur" pitchFamily="34" charset="0"/>
                        <a:cs typeface="Arial Tur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-4 ± 5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Wits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sz="2000" b="1" dirty="0">
                        <a:solidFill>
                          <a:schemeClr val="tx1"/>
                        </a:solidFill>
                        <a:latin typeface="Arial Tur" pitchFamily="34" charset="0"/>
                        <a:cs typeface="Arial Tur" pitchFamily="34" charset="0"/>
                      </a:endParaRP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-1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 ± 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09" marB="4570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İçerik Yer Tutucusu 1"/>
          <p:cNvSpPr>
            <a:spLocks noGrp="1"/>
          </p:cNvSpPr>
          <p:nvPr>
            <p:ph idx="1"/>
          </p:nvPr>
        </p:nvSpPr>
        <p:spPr>
          <a:xfrm>
            <a:off x="0" y="-7502"/>
            <a:ext cx="4716016" cy="4588630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EC2B30-6320-486D-BBC1-059DE55053CE}"/>
              </a:ext>
            </a:extLst>
          </p:cNvPr>
          <p:cNvSpPr txBox="1"/>
          <p:nvPr/>
        </p:nvSpPr>
        <p:spPr>
          <a:xfrm>
            <a:off x="7143204" y="1821215"/>
            <a:ext cx="2223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055EEA-7901-4D6A-B270-2BF9ECEAAD44}"/>
              </a:ext>
            </a:extLst>
          </p:cNvPr>
          <p:cNvSpPr txBox="1"/>
          <p:nvPr/>
        </p:nvSpPr>
        <p:spPr>
          <a:xfrm>
            <a:off x="7172672" y="1292954"/>
            <a:ext cx="2223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FFF527-9039-4313-9263-F63E0B2547C8}"/>
              </a:ext>
            </a:extLst>
          </p:cNvPr>
          <p:cNvSpPr txBox="1"/>
          <p:nvPr/>
        </p:nvSpPr>
        <p:spPr>
          <a:xfrm>
            <a:off x="7172672" y="239959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1DE1FD-BF98-490E-9553-BEDEF8BFCEBC}"/>
              </a:ext>
            </a:extLst>
          </p:cNvPr>
          <p:cNvSpPr txBox="1"/>
          <p:nvPr/>
        </p:nvSpPr>
        <p:spPr>
          <a:xfrm>
            <a:off x="7149008" y="295522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0F96D7-2F06-4E50-AD4A-6AA7CE8E586E}"/>
              </a:ext>
            </a:extLst>
          </p:cNvPr>
          <p:cNvSpPr txBox="1"/>
          <p:nvPr/>
        </p:nvSpPr>
        <p:spPr>
          <a:xfrm>
            <a:off x="7143204" y="3498806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22B26E-F940-4895-89D6-2D3FB41F7172}"/>
              </a:ext>
            </a:extLst>
          </p:cNvPr>
          <p:cNvSpPr txBox="1"/>
          <p:nvPr/>
        </p:nvSpPr>
        <p:spPr>
          <a:xfrm>
            <a:off x="7143204" y="4042385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3EB173-4ACC-4D34-B28F-6AD47B54C1D5}"/>
              </a:ext>
            </a:extLst>
          </p:cNvPr>
          <p:cNvSpPr txBox="1"/>
          <p:nvPr/>
        </p:nvSpPr>
        <p:spPr>
          <a:xfrm>
            <a:off x="2564160" y="5406258"/>
            <a:ext cx="488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38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3AFF78-EC99-4817-8A97-B4D67C87BD13}"/>
              </a:ext>
            </a:extLst>
          </p:cNvPr>
          <p:cNvSpPr txBox="1"/>
          <p:nvPr/>
        </p:nvSpPr>
        <p:spPr>
          <a:xfrm>
            <a:off x="1691680" y="5744285"/>
            <a:ext cx="7433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39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8AD685-F40F-4154-9A85-A47D06EFCFB1}"/>
              </a:ext>
            </a:extLst>
          </p:cNvPr>
          <p:cNvSpPr txBox="1"/>
          <p:nvPr/>
        </p:nvSpPr>
        <p:spPr>
          <a:xfrm>
            <a:off x="1691680" y="6136082"/>
            <a:ext cx="7433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80 </a:t>
            </a:r>
          </a:p>
        </p:txBody>
      </p:sp>
    </p:spTree>
    <p:extLst>
      <p:ext uri="{BB962C8B-B14F-4D97-AF65-F5344CB8AC3E}">
        <p14:creationId xmlns:p14="http://schemas.microsoft.com/office/powerpoint/2010/main" val="109399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20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81295274"/>
              </p:ext>
            </p:extLst>
          </p:nvPr>
        </p:nvGraphicFramePr>
        <p:xfrm>
          <a:off x="5044770" y="0"/>
          <a:ext cx="4071934" cy="4937380"/>
        </p:xfrm>
        <a:graphic>
          <a:graphicData uri="http://schemas.openxmlformats.org/drawingml/2006/table">
            <a:tbl>
              <a:tblPr/>
              <a:tblGrid>
                <a:gridCol w="1903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2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271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VERTICAL</a:t>
                      </a:r>
                      <a:endParaRPr kumimoji="0" lang="tr-T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Rate</a:t>
                      </a:r>
                      <a:endParaRPr kumimoji="0" lang="tr-T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Normal</a:t>
                      </a:r>
                      <a:endParaRPr kumimoji="0" lang="tr-T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72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Y 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Axis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 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angle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 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59° ± 6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03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SN-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GoMe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32° ± 7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72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SN-PP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7° ± 2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03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Mx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-Md 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Angle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 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25° ± 6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7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FMA</a:t>
                      </a: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25° ± 5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7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N-Me</a:t>
                      </a: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114.4 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± 5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7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S-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Go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74.4 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± 4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7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S-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Go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/N-Me</a:t>
                      </a: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65 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± 4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İçerik Yer Tutucusu 1"/>
          <p:cNvSpPr>
            <a:spLocks noGrp="1"/>
          </p:cNvSpPr>
          <p:nvPr>
            <p:ph idx="1"/>
          </p:nvPr>
        </p:nvSpPr>
        <p:spPr>
          <a:xfrm>
            <a:off x="0" y="-7502"/>
            <a:ext cx="4716016" cy="4588630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67EC1-7257-4771-83B1-17645FCF04E0}"/>
              </a:ext>
            </a:extLst>
          </p:cNvPr>
          <p:cNvSpPr txBox="1"/>
          <p:nvPr/>
        </p:nvSpPr>
        <p:spPr>
          <a:xfrm>
            <a:off x="7055063" y="105722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59C24D-BD8E-41CE-8D6F-063609D7CA34}"/>
              </a:ext>
            </a:extLst>
          </p:cNvPr>
          <p:cNvSpPr txBox="1"/>
          <p:nvPr/>
        </p:nvSpPr>
        <p:spPr>
          <a:xfrm>
            <a:off x="7080737" y="157968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CB7F13-9AEA-48D5-AC8E-38AD817C604A}"/>
              </a:ext>
            </a:extLst>
          </p:cNvPr>
          <p:cNvSpPr txBox="1"/>
          <p:nvPr/>
        </p:nvSpPr>
        <p:spPr>
          <a:xfrm>
            <a:off x="7032412" y="3614293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92638-894D-4B69-B77C-648C553E7CFE}"/>
              </a:ext>
            </a:extLst>
          </p:cNvPr>
          <p:cNvSpPr txBox="1"/>
          <p:nvPr/>
        </p:nvSpPr>
        <p:spPr>
          <a:xfrm>
            <a:off x="7032412" y="266053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2A7F70-913C-4658-B099-08F4E16BCD82}"/>
              </a:ext>
            </a:extLst>
          </p:cNvPr>
          <p:cNvSpPr txBox="1"/>
          <p:nvPr/>
        </p:nvSpPr>
        <p:spPr>
          <a:xfrm>
            <a:off x="7032412" y="407619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E78F64-B602-41D0-B8CB-44A4F2A0854A}"/>
              </a:ext>
            </a:extLst>
          </p:cNvPr>
          <p:cNvSpPr txBox="1"/>
          <p:nvPr/>
        </p:nvSpPr>
        <p:spPr>
          <a:xfrm>
            <a:off x="7032412" y="3159766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11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F97D57-6832-434C-8A16-903BB7141558}"/>
              </a:ext>
            </a:extLst>
          </p:cNvPr>
          <p:cNvSpPr txBox="1"/>
          <p:nvPr/>
        </p:nvSpPr>
        <p:spPr>
          <a:xfrm>
            <a:off x="7077280" y="2120816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4C66E6-5E7A-455D-8A85-A94544ABDAD4}"/>
              </a:ext>
            </a:extLst>
          </p:cNvPr>
          <p:cNvSpPr txBox="1"/>
          <p:nvPr/>
        </p:nvSpPr>
        <p:spPr>
          <a:xfrm>
            <a:off x="7032412" y="456804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14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66A703-24B9-4BFD-97F7-ADA72CAA7242}"/>
              </a:ext>
            </a:extLst>
          </p:cNvPr>
          <p:cNvSpPr txBox="1"/>
          <p:nvPr/>
        </p:nvSpPr>
        <p:spPr>
          <a:xfrm>
            <a:off x="2987824" y="5820579"/>
            <a:ext cx="4896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Placeholder 40</a:t>
            </a:r>
          </a:p>
        </p:txBody>
      </p:sp>
    </p:spTree>
    <p:extLst>
      <p:ext uri="{BB962C8B-B14F-4D97-AF65-F5344CB8AC3E}">
        <p14:creationId xmlns:p14="http://schemas.microsoft.com/office/powerpoint/2010/main" val="2335382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1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586338753"/>
              </p:ext>
            </p:extLst>
          </p:nvPr>
        </p:nvGraphicFramePr>
        <p:xfrm>
          <a:off x="4585648" y="455900"/>
          <a:ext cx="4572000" cy="4416744"/>
        </p:xfrm>
        <a:graphic>
          <a:graphicData uri="http://schemas.openxmlformats.org/drawingml/2006/table">
            <a:tbl>
              <a:tblPr/>
              <a:tblGrid>
                <a:gridCol w="2362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JAW DIMENSION</a:t>
                      </a:r>
                      <a:endParaRPr kumimoji="0" lang="tr-T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Rate</a:t>
                      </a:r>
                      <a:endParaRPr kumimoji="0" lang="tr-T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Normal</a:t>
                      </a:r>
                      <a:endParaRPr kumimoji="0" lang="tr-T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5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ANS-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Me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5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Ef.Middle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Face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-A)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Ef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Mand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. </a:t>
                      </a:r>
                    </a:p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Gn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Anterior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Cranial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Base (S-N)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73.2 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± 3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Corpus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Length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(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Go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-Me)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78.1 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± 5.5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0" y="5143512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tr-TR" sz="2000" b="1" dirty="0">
                <a:latin typeface="Arial" pitchFamily="34" charset="0"/>
              </a:rPr>
              <a:t>Effective middle face dimension is</a:t>
            </a:r>
          </a:p>
          <a:p>
            <a:pPr algn="ctr">
              <a:spcBef>
                <a:spcPct val="50000"/>
              </a:spcBef>
            </a:pPr>
            <a:r>
              <a:rPr lang="tr-TR" sz="2000" b="1" dirty="0">
                <a:latin typeface="Arial" pitchFamily="34" charset="0"/>
              </a:rPr>
              <a:t>Effective mandible dimension is</a:t>
            </a:r>
          </a:p>
          <a:p>
            <a:pPr algn="ctr">
              <a:spcBef>
                <a:spcPct val="50000"/>
              </a:spcBef>
            </a:pPr>
            <a:r>
              <a:rPr lang="tr-TR" sz="2000" b="1" dirty="0">
                <a:latin typeface="Arial" pitchFamily="34" charset="0"/>
              </a:rPr>
              <a:t>Lower anterior facial height is</a:t>
            </a:r>
          </a:p>
        </p:txBody>
      </p:sp>
      <p:sp>
        <p:nvSpPr>
          <p:cNvPr id="6" name="İçerik Yer Tutucusu 1"/>
          <p:cNvSpPr>
            <a:spLocks noGrp="1"/>
          </p:cNvSpPr>
          <p:nvPr>
            <p:ph idx="1"/>
          </p:nvPr>
        </p:nvSpPr>
        <p:spPr>
          <a:xfrm>
            <a:off x="0" y="-7502"/>
            <a:ext cx="4716016" cy="4588630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85527-B40B-4347-9CDA-665BA28A240E}"/>
              </a:ext>
            </a:extLst>
          </p:cNvPr>
          <p:cNvSpPr txBox="1"/>
          <p:nvPr/>
        </p:nvSpPr>
        <p:spPr>
          <a:xfrm>
            <a:off x="7018332" y="13600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EE52E-6069-4FBF-98F5-C51AB71D0E84}"/>
              </a:ext>
            </a:extLst>
          </p:cNvPr>
          <p:cNvSpPr txBox="1"/>
          <p:nvPr/>
        </p:nvSpPr>
        <p:spPr>
          <a:xfrm>
            <a:off x="7018332" y="2164212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B2F86-E1E7-45F8-95A1-46F3C6940006}"/>
              </a:ext>
            </a:extLst>
          </p:cNvPr>
          <p:cNvSpPr txBox="1"/>
          <p:nvPr/>
        </p:nvSpPr>
        <p:spPr>
          <a:xfrm>
            <a:off x="7018332" y="2903562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17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250462-72A3-4FE3-B6A3-4666DB471A60}"/>
              </a:ext>
            </a:extLst>
          </p:cNvPr>
          <p:cNvSpPr txBox="1"/>
          <p:nvPr/>
        </p:nvSpPr>
        <p:spPr>
          <a:xfrm>
            <a:off x="7018332" y="363926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18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08B2C-72D9-4CC1-BACD-29D707E18889}"/>
              </a:ext>
            </a:extLst>
          </p:cNvPr>
          <p:cNvSpPr txBox="1"/>
          <p:nvPr/>
        </p:nvSpPr>
        <p:spPr>
          <a:xfrm>
            <a:off x="7018332" y="434635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19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6F93B3-A6E8-492C-8502-BA0DB16D3EDD}"/>
              </a:ext>
            </a:extLst>
          </p:cNvPr>
          <p:cNvSpPr txBox="1"/>
          <p:nvPr/>
        </p:nvSpPr>
        <p:spPr>
          <a:xfrm>
            <a:off x="8206464" y="2144790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Placeholder 86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366506-7EBC-4029-BE5C-3FC88E54D6F0}"/>
              </a:ext>
            </a:extLst>
          </p:cNvPr>
          <p:cNvSpPr txBox="1"/>
          <p:nvPr/>
        </p:nvSpPr>
        <p:spPr>
          <a:xfrm>
            <a:off x="8206464" y="1331478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Placeholder 85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A22D8-BAFF-4E74-A506-8E98E2F63FD1}"/>
              </a:ext>
            </a:extLst>
          </p:cNvPr>
          <p:cNvSpPr txBox="1"/>
          <p:nvPr/>
        </p:nvSpPr>
        <p:spPr>
          <a:xfrm>
            <a:off x="8295873" y="2891840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/>
              <a:t>Placeholder 87</a:t>
            </a:r>
            <a:endParaRPr lang="tr-T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02E64-979A-450C-A304-D8AAAC120B6C}"/>
              </a:ext>
            </a:extLst>
          </p:cNvPr>
          <p:cNvSpPr txBox="1"/>
          <p:nvPr/>
        </p:nvSpPr>
        <p:spPr>
          <a:xfrm>
            <a:off x="6660232" y="5156672"/>
            <a:ext cx="1896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/>
              <a:t>Placeholder 90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312846-260F-4227-B4AE-C130FD5C8784}"/>
              </a:ext>
            </a:extLst>
          </p:cNvPr>
          <p:cNvSpPr txBox="1"/>
          <p:nvPr/>
        </p:nvSpPr>
        <p:spPr>
          <a:xfrm>
            <a:off x="6519160" y="5612206"/>
            <a:ext cx="1896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/>
              <a:t>Placeholder 91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12FE08-815B-41DD-BB52-D25E0CB8EA00}"/>
              </a:ext>
            </a:extLst>
          </p:cNvPr>
          <p:cNvSpPr txBox="1"/>
          <p:nvPr/>
        </p:nvSpPr>
        <p:spPr>
          <a:xfrm>
            <a:off x="6372200" y="6058279"/>
            <a:ext cx="1896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/>
              <a:t>Placeholder 92</a:t>
            </a:r>
          </a:p>
        </p:txBody>
      </p:sp>
    </p:spTree>
    <p:extLst>
      <p:ext uri="{BB962C8B-B14F-4D97-AF65-F5344CB8AC3E}">
        <p14:creationId xmlns:p14="http://schemas.microsoft.com/office/powerpoint/2010/main" val="4152889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43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660511659"/>
              </p:ext>
            </p:extLst>
          </p:nvPr>
        </p:nvGraphicFramePr>
        <p:xfrm>
          <a:off x="4949825" y="214290"/>
          <a:ext cx="4194175" cy="2194560"/>
        </p:xfrm>
        <a:graphic>
          <a:graphicData uri="http://schemas.openxmlformats.org/drawingml/2006/table">
            <a:tbl>
              <a:tblPr/>
              <a:tblGrid>
                <a:gridCol w="1751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Upper</a:t>
                      </a: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 </a:t>
                      </a:r>
                      <a:r>
                        <a:rPr kumimoji="0" lang="tr-TR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incisor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Rate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Normal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U1-SN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102° ± 5</a:t>
                      </a: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U1-PP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110° ± 5</a:t>
                      </a: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U1-NA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4 mm ± 3</a:t>
                      </a: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U1/NA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22° ± 6</a:t>
                      </a: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U1/OP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57.8</a:t>
                      </a: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 ± 3</a:t>
                      </a: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Group 44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548063809"/>
              </p:ext>
            </p:extLst>
          </p:nvPr>
        </p:nvGraphicFramePr>
        <p:xfrm>
          <a:off x="4949825" y="2386568"/>
          <a:ext cx="4194175" cy="2194560"/>
        </p:xfrm>
        <a:graphic>
          <a:graphicData uri="http://schemas.openxmlformats.org/drawingml/2006/table">
            <a:tbl>
              <a:tblPr/>
              <a:tblGrid>
                <a:gridCol w="177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Lower</a:t>
                      </a: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tr-TR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incisor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Rate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Normal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L1-Apog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2.7 mm ± 1</a:t>
                      </a: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IMPA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90° ± 5 </a:t>
                      </a: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L1-NB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4 mm ± 2</a:t>
                      </a: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L1/NB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25° ± 6</a:t>
                      </a: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L1/OP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64</a:t>
                      </a: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 ± 4</a:t>
                      </a: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Group 55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863670087"/>
              </p:ext>
            </p:extLst>
          </p:nvPr>
        </p:nvGraphicFramePr>
        <p:xfrm>
          <a:off x="4929190" y="4581126"/>
          <a:ext cx="4068416" cy="432049"/>
        </p:xfrm>
        <a:graphic>
          <a:graphicData uri="http://schemas.openxmlformats.org/drawingml/2006/table">
            <a:tbl>
              <a:tblPr/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1-1 </a:t>
                      </a:r>
                      <a:r>
                        <a:rPr kumimoji="0" lang="tr-TR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angle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Tur" charset="-94"/>
                        <a:cs typeface="Arial" pitchFamily="34" charset="0"/>
                      </a:endParaRPr>
                    </a:p>
                  </a:txBody>
                  <a:tcPr marT="45445" marB="4544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Tur" charset="-94"/>
                        <a:cs typeface="Arial" pitchFamily="34" charset="0"/>
                      </a:endParaRPr>
                    </a:p>
                  </a:txBody>
                  <a:tcPr marT="45445" marB="4544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 130° ± 6</a:t>
                      </a:r>
                      <a:endParaRPr kumimoji="0" lang="tr-T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45" marB="4544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İçerik Yer Tutucusu 1"/>
          <p:cNvSpPr>
            <a:spLocks noGrp="1"/>
          </p:cNvSpPr>
          <p:nvPr>
            <p:ph idx="1"/>
          </p:nvPr>
        </p:nvSpPr>
        <p:spPr>
          <a:xfrm>
            <a:off x="0" y="-7502"/>
            <a:ext cx="4716016" cy="4588630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46EDC-27E5-420E-BF39-D37F51A1C30B}"/>
              </a:ext>
            </a:extLst>
          </p:cNvPr>
          <p:cNvSpPr txBox="1"/>
          <p:nvPr/>
        </p:nvSpPr>
        <p:spPr>
          <a:xfrm>
            <a:off x="6939747" y="312198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CBDDD-8455-4B0C-AFA6-F40E1F130A72}"/>
              </a:ext>
            </a:extLst>
          </p:cNvPr>
          <p:cNvSpPr txBox="1"/>
          <p:nvPr/>
        </p:nvSpPr>
        <p:spPr>
          <a:xfrm>
            <a:off x="6971532" y="1319269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22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12B0FA-93CF-450A-A03D-C972D4866B62}"/>
              </a:ext>
            </a:extLst>
          </p:cNvPr>
          <p:cNvSpPr txBox="1"/>
          <p:nvPr/>
        </p:nvSpPr>
        <p:spPr>
          <a:xfrm>
            <a:off x="6971532" y="91995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6A699D-2562-432B-9295-78D73CA898BA}"/>
              </a:ext>
            </a:extLst>
          </p:cNvPr>
          <p:cNvSpPr txBox="1"/>
          <p:nvPr/>
        </p:nvSpPr>
        <p:spPr>
          <a:xfrm>
            <a:off x="6931495" y="2761702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EFFD74-D295-4564-8AE4-F2B0BF6E804E}"/>
              </a:ext>
            </a:extLst>
          </p:cNvPr>
          <p:cNvSpPr txBox="1"/>
          <p:nvPr/>
        </p:nvSpPr>
        <p:spPr>
          <a:xfrm>
            <a:off x="6963408" y="204630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799A37-B6D4-498E-8056-BFAE853F555F}"/>
              </a:ext>
            </a:extLst>
          </p:cNvPr>
          <p:cNvSpPr txBox="1"/>
          <p:nvPr/>
        </p:nvSpPr>
        <p:spPr>
          <a:xfrm>
            <a:off x="6960444" y="1712862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374B73-7DF8-44AA-A316-0C1EAB1A0738}"/>
              </a:ext>
            </a:extLst>
          </p:cNvPr>
          <p:cNvSpPr txBox="1"/>
          <p:nvPr/>
        </p:nvSpPr>
        <p:spPr>
          <a:xfrm>
            <a:off x="6971532" y="57112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DD4667-0CBB-4CF7-A1B4-7324F229F522}"/>
              </a:ext>
            </a:extLst>
          </p:cNvPr>
          <p:cNvSpPr txBox="1"/>
          <p:nvPr/>
        </p:nvSpPr>
        <p:spPr>
          <a:xfrm>
            <a:off x="6939747" y="3482564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27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CC862E-C958-4FF5-9F54-0D469B3A0962}"/>
              </a:ext>
            </a:extLst>
          </p:cNvPr>
          <p:cNvSpPr txBox="1"/>
          <p:nvPr/>
        </p:nvSpPr>
        <p:spPr>
          <a:xfrm>
            <a:off x="6954947" y="3854160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28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346195-E8A4-41F3-99BE-11A4B2D68209}"/>
              </a:ext>
            </a:extLst>
          </p:cNvPr>
          <p:cNvSpPr txBox="1"/>
          <p:nvPr/>
        </p:nvSpPr>
        <p:spPr>
          <a:xfrm>
            <a:off x="6939747" y="4207012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554734-7C7A-4701-8E6D-11434747B847}"/>
              </a:ext>
            </a:extLst>
          </p:cNvPr>
          <p:cNvSpPr txBox="1"/>
          <p:nvPr/>
        </p:nvSpPr>
        <p:spPr>
          <a:xfrm>
            <a:off x="6931495" y="4643843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30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C26F62-D18F-49FF-B25F-50D6C1A41883}"/>
              </a:ext>
            </a:extLst>
          </p:cNvPr>
          <p:cNvSpPr txBox="1"/>
          <p:nvPr/>
        </p:nvSpPr>
        <p:spPr>
          <a:xfrm>
            <a:off x="3275856" y="6276915"/>
            <a:ext cx="1994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Placeholder 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337507-5AC9-4280-92E5-B49CF9D4ADE7}"/>
              </a:ext>
            </a:extLst>
          </p:cNvPr>
          <p:cNvSpPr txBox="1"/>
          <p:nvPr/>
        </p:nvSpPr>
        <p:spPr>
          <a:xfrm>
            <a:off x="1475656" y="5960864"/>
            <a:ext cx="1994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Placeholder 99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B1B22B-F8CC-4594-9931-A46F11F07C6C}"/>
              </a:ext>
            </a:extLst>
          </p:cNvPr>
          <p:cNvSpPr txBox="1"/>
          <p:nvPr/>
        </p:nvSpPr>
        <p:spPr>
          <a:xfrm>
            <a:off x="1475656" y="5644813"/>
            <a:ext cx="1994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Placeholder 98</a:t>
            </a:r>
          </a:p>
        </p:txBody>
      </p:sp>
    </p:spTree>
    <p:extLst>
      <p:ext uri="{BB962C8B-B14F-4D97-AF65-F5344CB8AC3E}">
        <p14:creationId xmlns:p14="http://schemas.microsoft.com/office/powerpoint/2010/main" val="3510343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101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231697377"/>
              </p:ext>
            </p:extLst>
          </p:nvPr>
        </p:nvGraphicFramePr>
        <p:xfrm>
          <a:off x="4679126" y="404664"/>
          <a:ext cx="4499992" cy="2447926"/>
        </p:xfrm>
        <a:graphic>
          <a:graphicData uri="http://schemas.openxmlformats.org/drawingml/2006/table">
            <a:tbl>
              <a:tblPr/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503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Soft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 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Tissue</a:t>
                      </a:r>
                      <a:endParaRPr kumimoji="0" lang="tr-T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Rate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Normal</a:t>
                      </a:r>
                      <a:endParaRPr kumimoji="0" lang="tr-T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Nasolabial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Angle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104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° ± 8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E-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Upper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lip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-4 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± 2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E-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Lower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tr-T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lip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-2 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 charset="-94"/>
                          <a:cs typeface="Arial" pitchFamily="34" charset="0"/>
                        </a:rPr>
                        <a:t>± 2</a:t>
                      </a:r>
                      <a:endParaRPr kumimoji="0" lang="tr-T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Box 120"/>
          <p:cNvSpPr txBox="1">
            <a:spLocks noChangeArrowheads="1"/>
          </p:cNvSpPr>
          <p:nvPr/>
        </p:nvSpPr>
        <p:spPr bwMode="auto">
          <a:xfrm>
            <a:off x="0" y="5129897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tr-TR" sz="2000" b="1" dirty="0">
                <a:latin typeface="Arial Tur" charset="-94"/>
              </a:rPr>
              <a:t>Nasolabial </a:t>
            </a:r>
            <a:r>
              <a:rPr lang="tr-TR" sz="2000" b="1" dirty="0" err="1">
                <a:latin typeface="Arial Tur" charset="-94"/>
              </a:rPr>
              <a:t>angle</a:t>
            </a:r>
            <a:r>
              <a:rPr lang="tr-TR" sz="2000" b="1" dirty="0">
                <a:latin typeface="Arial Tur" charset="-94"/>
              </a:rPr>
              <a:t> is  </a:t>
            </a:r>
          </a:p>
          <a:p>
            <a:pPr algn="ctr">
              <a:spcBef>
                <a:spcPct val="50000"/>
              </a:spcBef>
            </a:pPr>
            <a:r>
              <a:rPr lang="tr-TR" sz="2000" b="1" dirty="0" err="1">
                <a:latin typeface="Arial Tur" charset="-94"/>
              </a:rPr>
              <a:t>Upper</a:t>
            </a:r>
            <a:r>
              <a:rPr lang="en-US" sz="2000" b="1" dirty="0">
                <a:latin typeface="Arial Tur" charset="-94"/>
              </a:rPr>
              <a:t> lip is </a:t>
            </a:r>
          </a:p>
          <a:p>
            <a:pPr algn="ctr">
              <a:spcBef>
                <a:spcPct val="50000"/>
              </a:spcBef>
            </a:pPr>
            <a:r>
              <a:rPr lang="en-US" sz="2000" b="1" dirty="0">
                <a:latin typeface="Arial Tur" charset="-94"/>
              </a:rPr>
              <a:t>L</a:t>
            </a:r>
            <a:r>
              <a:rPr lang="tr-TR" sz="2000" b="1" dirty="0" err="1">
                <a:latin typeface="Arial Tur" charset="-94"/>
              </a:rPr>
              <a:t>ower</a:t>
            </a:r>
            <a:r>
              <a:rPr lang="tr-TR" sz="2000" b="1" dirty="0">
                <a:latin typeface="Arial Tur" charset="-94"/>
              </a:rPr>
              <a:t> </a:t>
            </a:r>
            <a:r>
              <a:rPr lang="tr-TR" sz="2000" b="1" dirty="0" err="1">
                <a:latin typeface="Arial Tur" charset="-94"/>
              </a:rPr>
              <a:t>lip</a:t>
            </a:r>
            <a:r>
              <a:rPr lang="tr-TR" sz="2000" b="1" dirty="0">
                <a:latin typeface="Arial Tur" charset="-94"/>
              </a:rPr>
              <a:t> is </a:t>
            </a:r>
          </a:p>
        </p:txBody>
      </p:sp>
      <p:sp>
        <p:nvSpPr>
          <p:cNvPr id="9" name="İçerik Yer Tutucusu 1"/>
          <p:cNvSpPr>
            <a:spLocks noGrp="1"/>
          </p:cNvSpPr>
          <p:nvPr>
            <p:ph idx="1"/>
          </p:nvPr>
        </p:nvSpPr>
        <p:spPr>
          <a:xfrm>
            <a:off x="0" y="-7502"/>
            <a:ext cx="4716016" cy="4588630"/>
          </a:xfrm>
        </p:spPr>
        <p:txBody>
          <a:bodyPr/>
          <a:lstStyle/>
          <a:p>
            <a:endParaRPr lang="tr-TR" dirty="0"/>
          </a:p>
        </p:txBody>
      </p:sp>
      <p:cxnSp>
        <p:nvCxnSpPr>
          <p:cNvPr id="8" name="10 Düz Bağlayıcı"/>
          <p:cNvCxnSpPr/>
          <p:nvPr/>
        </p:nvCxnSpPr>
        <p:spPr>
          <a:xfrm flipH="1">
            <a:off x="3786182" y="2340000"/>
            <a:ext cx="615549" cy="2303446"/>
          </a:xfrm>
          <a:prstGeom prst="line">
            <a:avLst/>
          </a:prstGeom>
          <a:ln w="1270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100D765-428E-47AC-AE4D-5410ED32BAE3}"/>
              </a:ext>
            </a:extLst>
          </p:cNvPr>
          <p:cNvSpPr txBox="1"/>
          <p:nvPr/>
        </p:nvSpPr>
        <p:spPr>
          <a:xfrm>
            <a:off x="7171888" y="1439100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8C703C-0ABB-499A-AFCA-72599BEB675B}"/>
              </a:ext>
            </a:extLst>
          </p:cNvPr>
          <p:cNvSpPr txBox="1"/>
          <p:nvPr/>
        </p:nvSpPr>
        <p:spPr>
          <a:xfrm>
            <a:off x="7175249" y="243401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10C45-3537-4AA5-BF72-18477E081EBA}"/>
              </a:ext>
            </a:extLst>
          </p:cNvPr>
          <p:cNvSpPr txBox="1"/>
          <p:nvPr/>
        </p:nvSpPr>
        <p:spPr>
          <a:xfrm>
            <a:off x="7164288" y="197066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Placeholder 32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86AD4D-0DA4-4023-896A-5E59B5C1BDFB}"/>
              </a:ext>
            </a:extLst>
          </p:cNvPr>
          <p:cNvSpPr txBox="1"/>
          <p:nvPr/>
        </p:nvSpPr>
        <p:spPr>
          <a:xfrm>
            <a:off x="5724128" y="5126540"/>
            <a:ext cx="1896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>
                <a:latin typeface="Arial Tur" panose="020B0604020202020204" pitchFamily="34" charset="0"/>
                <a:cs typeface="Arial Tur" panose="020B0604020202020204" pitchFamily="34" charset="0"/>
              </a:rPr>
              <a:t>Placeholder 95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0F8ED6-062C-410D-B0CC-4A682FB1DFD6}"/>
              </a:ext>
            </a:extLst>
          </p:cNvPr>
          <p:cNvSpPr txBox="1"/>
          <p:nvPr/>
        </p:nvSpPr>
        <p:spPr>
          <a:xfrm>
            <a:off x="5283377" y="5591561"/>
            <a:ext cx="1896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>
                <a:latin typeface="Arial Tur" panose="020B0604020202020204" pitchFamily="34" charset="0"/>
                <a:cs typeface="Arial Tur" panose="020B0604020202020204" pitchFamily="34" charset="0"/>
              </a:rPr>
              <a:t>Placeholder 96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7B62C4-2FB6-41B4-87E1-5D61952E7B0C}"/>
              </a:ext>
            </a:extLst>
          </p:cNvPr>
          <p:cNvSpPr txBox="1"/>
          <p:nvPr/>
        </p:nvSpPr>
        <p:spPr>
          <a:xfrm>
            <a:off x="5275215" y="6053225"/>
            <a:ext cx="1896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>
                <a:latin typeface="Arial Tur" panose="020B0604020202020204" pitchFamily="34" charset="0"/>
                <a:cs typeface="Arial Tur" panose="020B0604020202020204" pitchFamily="34" charset="0"/>
              </a:rPr>
              <a:t>Placeholder 97</a:t>
            </a:r>
          </a:p>
        </p:txBody>
      </p:sp>
    </p:spTree>
    <p:extLst>
      <p:ext uri="{BB962C8B-B14F-4D97-AF65-F5344CB8AC3E}">
        <p14:creationId xmlns:p14="http://schemas.microsoft.com/office/powerpoint/2010/main" val="3881684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69876" y="1"/>
            <a:ext cx="6804248" cy="6857999"/>
          </a:xfrm>
        </p:spPr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52898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69876" y="1"/>
            <a:ext cx="6804248" cy="6857999"/>
          </a:xfrm>
        </p:spPr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9728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İçerik Yer Tutucusu 6"/>
          <p:cNvSpPr>
            <a:spLocks noGrp="1"/>
          </p:cNvSpPr>
          <p:nvPr>
            <p:ph sz="half" idx="2"/>
          </p:nvPr>
        </p:nvSpPr>
        <p:spPr>
          <a:xfrm>
            <a:off x="3882984" y="0"/>
            <a:ext cx="5248800" cy="6858000"/>
          </a:xfrm>
        </p:spPr>
        <p:txBody>
          <a:bodyPr/>
          <a:lstStyle/>
          <a:p>
            <a:endParaRPr lang="tr-TR" dirty="0"/>
          </a:p>
        </p:txBody>
      </p:sp>
      <p:pic>
        <p:nvPicPr>
          <p:cNvPr id="8" name="Picture 4" descr="Average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7296" y="3455210"/>
            <a:ext cx="3822413" cy="3389142"/>
          </a:xfrm>
          <a:noFill/>
          <a:ln w="38100">
            <a:solidFill>
              <a:srgbClr val="FFFF66"/>
            </a:solidFill>
          </a:ln>
        </p:spPr>
      </p:pic>
      <p:sp>
        <p:nvSpPr>
          <p:cNvPr id="9" name="7 Dikdörtgen"/>
          <p:cNvSpPr/>
          <p:nvPr/>
        </p:nvSpPr>
        <p:spPr>
          <a:xfrm>
            <a:off x="1951614" y="5589240"/>
            <a:ext cx="642942" cy="64294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7CA12C-9FEA-45AB-B749-3BE3BE9E452C}"/>
              </a:ext>
            </a:extLst>
          </p:cNvPr>
          <p:cNvSpPr txBox="1"/>
          <p:nvPr/>
        </p:nvSpPr>
        <p:spPr>
          <a:xfrm>
            <a:off x="539552" y="1556792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Placeholder 130</a:t>
            </a:r>
          </a:p>
        </p:txBody>
      </p:sp>
    </p:spTree>
    <p:extLst>
      <p:ext uri="{BB962C8B-B14F-4D97-AF65-F5344CB8AC3E}">
        <p14:creationId xmlns:p14="http://schemas.microsoft.com/office/powerpoint/2010/main" val="2427393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4 Başlık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0000"/>
          </a:xfrm>
        </p:spPr>
        <p:txBody>
          <a:bodyPr anchor="ctr"/>
          <a:lstStyle/>
          <a:p>
            <a:pPr algn="ctr" eaLnBrk="1" hangingPunct="1"/>
            <a:r>
              <a:rPr lang="tr-TR" sz="4000" i="1" dirty="0" err="1">
                <a:solidFill>
                  <a:srgbClr val="FFC000"/>
                </a:solidFill>
                <a:latin typeface="Arial Rounded MT Bold" pitchFamily="34" charset="0"/>
              </a:rPr>
              <a:t>Diagnosis</a:t>
            </a:r>
            <a:r>
              <a:rPr lang="tr-TR" sz="4000" i="1" dirty="0">
                <a:solidFill>
                  <a:srgbClr val="FFC000"/>
                </a:solidFill>
                <a:latin typeface="Arial Rounded MT Bold" pitchFamily="34" charset="0"/>
              </a:rPr>
              <a:t> &amp; Problem </a:t>
            </a:r>
            <a:r>
              <a:rPr lang="tr-TR" sz="4000" i="1" dirty="0" err="1">
                <a:solidFill>
                  <a:srgbClr val="FFC000"/>
                </a:solidFill>
                <a:latin typeface="Arial Rounded MT Bold" pitchFamily="34" charset="0"/>
              </a:rPr>
              <a:t>List</a:t>
            </a:r>
            <a:endParaRPr lang="tr-TR" sz="4000" i="1" dirty="0">
              <a:solidFill>
                <a:srgbClr val="FFC000"/>
              </a:solidFill>
              <a:latin typeface="Arial Rounded MT Bold" pitchFamily="34" charset="0"/>
            </a:endParaRPr>
          </a:p>
        </p:txBody>
      </p:sp>
      <p:sp>
        <p:nvSpPr>
          <p:cNvPr id="14339" name="5 İçerik Yer Tutucusu"/>
          <p:cNvSpPr>
            <a:spLocks noGrp="1"/>
          </p:cNvSpPr>
          <p:nvPr>
            <p:ph idx="1"/>
          </p:nvPr>
        </p:nvSpPr>
        <p:spPr>
          <a:xfrm>
            <a:off x="0" y="1080000"/>
            <a:ext cx="9144000" cy="5778000"/>
          </a:xfrm>
        </p:spPr>
        <p:txBody>
          <a:bodyPr/>
          <a:lstStyle/>
          <a:p>
            <a:pPr eaLnBrk="1" hangingPunct="1"/>
            <a:endParaRPr lang="tr-TR" dirty="0">
              <a:latin typeface="Arial Rounded MT Bold" pitchFamily="34" charset="0"/>
            </a:endParaRPr>
          </a:p>
          <a:p>
            <a:pPr marL="0" indent="0" eaLnBrk="1" hangingPunct="1">
              <a:buNone/>
            </a:pPr>
            <a:r>
              <a:rPr lang="tr-TR" sz="2000" dirty="0">
                <a:latin typeface="Arial Rounded MT Bold" pitchFamily="34" charset="0"/>
              </a:rPr>
              <a:t>     Dentally </a:t>
            </a:r>
            <a:r>
              <a:rPr lang="en-US" sz="2000" dirty="0">
                <a:latin typeface="Arial Rounded MT Bold" pitchFamily="34" charset="0"/>
              </a:rPr>
              <a:t>C</a:t>
            </a:r>
            <a:r>
              <a:rPr lang="tr-TR" sz="2000" dirty="0">
                <a:latin typeface="Arial Rounded MT Bold" pitchFamily="34" charset="0"/>
              </a:rPr>
              <a:t>lass II</a:t>
            </a:r>
            <a:r>
              <a:rPr lang="en-US" sz="2000" dirty="0">
                <a:latin typeface="Arial Rounded MT Bold" pitchFamily="34" charset="0"/>
              </a:rPr>
              <a:t> </a:t>
            </a:r>
            <a:r>
              <a:rPr lang="tr-TR" sz="2000" dirty="0">
                <a:latin typeface="Arial Rounded MT Bold" pitchFamily="34" charset="0"/>
              </a:rPr>
              <a:t>relationship</a:t>
            </a:r>
          </a:p>
          <a:p>
            <a:pPr marL="0" indent="0" eaLnBrk="1" hangingPunct="1">
              <a:buNone/>
            </a:pPr>
            <a:r>
              <a:rPr lang="tr-TR" sz="2800" dirty="0">
                <a:latin typeface="Arial Rounded MT Bold" pitchFamily="34" charset="0"/>
              </a:rPr>
              <a:t>   </a:t>
            </a:r>
            <a:r>
              <a:rPr lang="tr-TR" sz="2000" dirty="0">
                <a:latin typeface="Arial Rounded MT Bold" pitchFamily="34" charset="0"/>
              </a:rPr>
              <a:t> Crowding</a:t>
            </a:r>
          </a:p>
          <a:p>
            <a:pPr marL="0" indent="0" eaLnBrk="1" hangingPunct="1">
              <a:buNone/>
            </a:pPr>
            <a:r>
              <a:rPr lang="en-US" sz="2400" dirty="0">
                <a:latin typeface="Arial Rounded MT Bold" pitchFamily="34" charset="0"/>
              </a:rPr>
              <a:t> </a:t>
            </a:r>
          </a:p>
          <a:p>
            <a:pPr marL="0" indent="0" eaLnBrk="1" hangingPunct="1">
              <a:buNone/>
            </a:pPr>
            <a:r>
              <a:rPr lang="en-US" sz="2400" dirty="0">
                <a:latin typeface="Arial Rounded MT Bold" pitchFamily="34" charset="0"/>
              </a:rPr>
              <a:t> </a:t>
            </a:r>
          </a:p>
          <a:p>
            <a:pPr marL="0" indent="0" eaLnBrk="1" hangingPunct="1">
              <a:buNone/>
            </a:pPr>
            <a:r>
              <a:rPr lang="en-US" sz="2400" dirty="0">
                <a:latin typeface="Arial Rounded MT Bold" pitchFamily="34" charset="0"/>
              </a:rPr>
              <a:t> </a:t>
            </a:r>
          </a:p>
          <a:p>
            <a:pPr marL="0" indent="0" eaLnBrk="1" hangingPunct="1">
              <a:buNone/>
            </a:pPr>
            <a:r>
              <a:rPr lang="en-US" sz="2400" dirty="0">
                <a:latin typeface="Arial Rounded MT Bold" pitchFamily="34" charset="0"/>
              </a:rPr>
              <a:t> </a:t>
            </a:r>
            <a:endParaRPr lang="tr-TR" sz="2400" dirty="0">
              <a:latin typeface="Arial Rounded MT Bold" pitchFamily="34" charset="0"/>
            </a:endParaRPr>
          </a:p>
          <a:p>
            <a:pPr marL="0" indent="0" eaLnBrk="1" hangingPunct="1">
              <a:buNone/>
            </a:pPr>
            <a:r>
              <a:rPr lang="tr-TR" sz="2800" dirty="0">
                <a:latin typeface="Arial Rounded MT Bold" pitchFamily="34" charset="0"/>
              </a:rPr>
              <a:t>   </a:t>
            </a:r>
            <a:r>
              <a:rPr lang="en-US" sz="2800" dirty="0">
                <a:latin typeface="Arial Rounded MT Bold" pitchFamily="34" charset="0"/>
              </a:rPr>
              <a:t> </a:t>
            </a:r>
          </a:p>
          <a:p>
            <a:pPr eaLnBrk="1" hangingPunct="1"/>
            <a:endParaRPr lang="tr-TR" sz="2800" dirty="0">
              <a:latin typeface="Arial Rounded MT Bold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tr-TR" sz="2800" dirty="0">
              <a:latin typeface="Arial Rounded MT Bold" pitchFamily="34" charset="0"/>
            </a:endParaRPr>
          </a:p>
          <a:p>
            <a:pPr eaLnBrk="1" hangingPunct="1"/>
            <a:endParaRPr lang="tr-TR" sz="2800" dirty="0">
              <a:latin typeface="Arial Rounded MT Bold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tr-TR" sz="2800" dirty="0">
              <a:latin typeface="Arial Rounded MT Bold" pitchFamily="34" charset="0"/>
            </a:endParaRPr>
          </a:p>
          <a:p>
            <a:pPr eaLnBrk="1" hangingPunct="1"/>
            <a:endParaRPr lang="tr-TR" sz="2800" dirty="0">
              <a:latin typeface="Arial Rounded MT Bold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92466-1372-4D05-8C8E-27DCB31C07CD}"/>
              </a:ext>
            </a:extLst>
          </p:cNvPr>
          <p:cNvSpPr txBox="1"/>
          <p:nvPr/>
        </p:nvSpPr>
        <p:spPr>
          <a:xfrm>
            <a:off x="298992" y="1072880"/>
            <a:ext cx="8780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Arial Rounded MT Bold" panose="020F0704030504030204" pitchFamily="34" charset="0"/>
              </a:rPr>
              <a:t> Placeholder 38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94541-7C94-41C3-AC9C-FF2768B37778}"/>
              </a:ext>
            </a:extLst>
          </p:cNvPr>
          <p:cNvSpPr txBox="1"/>
          <p:nvPr/>
        </p:nvSpPr>
        <p:spPr>
          <a:xfrm>
            <a:off x="329472" y="2485278"/>
            <a:ext cx="8858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Arial Rounded MT Bold" panose="020F0704030504030204" pitchFamily="34" charset="0"/>
              </a:rPr>
              <a:t>Placeholder 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F8FF02-6139-46A3-9C65-148D15806938}"/>
              </a:ext>
            </a:extLst>
          </p:cNvPr>
          <p:cNvSpPr txBox="1"/>
          <p:nvPr/>
        </p:nvSpPr>
        <p:spPr>
          <a:xfrm>
            <a:off x="329472" y="3342602"/>
            <a:ext cx="8890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Arial Rounded MT Bold" panose="020F0704030504030204" pitchFamily="34" charset="0"/>
              </a:rPr>
              <a:t>Placeholder 99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F24706-B094-4B38-A949-2BBE1C5FBB58}"/>
              </a:ext>
            </a:extLst>
          </p:cNvPr>
          <p:cNvSpPr txBox="1"/>
          <p:nvPr/>
        </p:nvSpPr>
        <p:spPr>
          <a:xfrm>
            <a:off x="329472" y="2915234"/>
            <a:ext cx="8890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Arial Rounded MT Bold" panose="020F0704030504030204" pitchFamily="34" charset="0"/>
              </a:rPr>
              <a:t>Placeholder 98</a:t>
            </a:r>
          </a:p>
        </p:txBody>
      </p:sp>
    </p:spTree>
    <p:extLst>
      <p:ext uri="{BB962C8B-B14F-4D97-AF65-F5344CB8AC3E}">
        <p14:creationId xmlns:p14="http://schemas.microsoft.com/office/powerpoint/2010/main" val="2374583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11 İçerik Yer Tutucusu" descr="icon1.gif"/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4609333" y="1857364"/>
            <a:ext cx="4534667" cy="5000636"/>
          </a:xfrm>
        </p:spPr>
      </p:pic>
      <p:pic>
        <p:nvPicPr>
          <p:cNvPr id="1026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0" y="3313420"/>
            <a:ext cx="4658969" cy="35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7" name="16 İçerik Yer Tutucusu"/>
          <p:cNvGraphicFramePr>
            <a:graphicFrameLocks noGrp="1"/>
          </p:cNvGraphicFramePr>
          <p:nvPr>
            <p:ph sz="quarter" idx="18"/>
          </p:nvPr>
        </p:nvGraphicFramePr>
        <p:xfrm>
          <a:off x="13648" y="0"/>
          <a:ext cx="4572000" cy="32861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5400000" algn="ctr" rotWithShape="0">
                    <a:schemeClr val="bg1"/>
                  </a:outerShdw>
                </a:effectLst>
                <a:tableStyleId>{5C22544A-7EE6-4342-B048-85BDC9FD1C3A}</a:tableStyleId>
              </a:tblPr>
              <a:tblGrid>
                <a:gridCol w="1882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813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rgbClr val="FF0000"/>
                        </a:solidFill>
                        <a:latin typeface="Arial Rounded MT Bol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200" b="0" dirty="0" err="1">
                          <a:solidFill>
                            <a:srgbClr val="FF0000"/>
                          </a:solidFill>
                          <a:latin typeface="Arial Rounded MT Bold" pitchFamily="34" charset="0"/>
                        </a:rPr>
                        <a:t>Pretreatment</a:t>
                      </a:r>
                      <a:r>
                        <a:rPr lang="tr-TR" sz="1200" b="0" baseline="0" dirty="0">
                          <a:solidFill>
                            <a:srgbClr val="FF0000"/>
                          </a:solidFill>
                          <a:latin typeface="Arial Rounded MT Bold" pitchFamily="34" charset="0"/>
                        </a:rPr>
                        <a:t> </a:t>
                      </a:r>
                      <a:r>
                        <a:rPr lang="tr-TR" sz="1200" b="0" baseline="0" dirty="0" err="1">
                          <a:solidFill>
                            <a:srgbClr val="FF0000"/>
                          </a:solidFill>
                          <a:latin typeface="Arial Rounded MT Bold" pitchFamily="34" charset="0"/>
                        </a:rPr>
                        <a:t>Score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200" b="0" dirty="0" err="1">
                          <a:solidFill>
                            <a:srgbClr val="FF0000"/>
                          </a:solidFill>
                          <a:latin typeface="Arial Rounded MT Bold" pitchFamily="34" charset="0"/>
                        </a:rPr>
                        <a:t>Weighting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89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b="0" dirty="0" err="1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Aesthetic</a:t>
                      </a:r>
                      <a:r>
                        <a:rPr lang="tr-TR" sz="1200" b="0" dirty="0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 </a:t>
                      </a:r>
                      <a:r>
                        <a:rPr lang="tr-TR" sz="1200" b="0" dirty="0" err="1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Component</a:t>
                      </a:r>
                      <a:r>
                        <a:rPr lang="tr-TR" sz="1200" b="0" dirty="0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 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200" b="0" dirty="0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7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89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b="0" dirty="0" err="1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Upper</a:t>
                      </a:r>
                      <a:r>
                        <a:rPr lang="tr-TR" sz="1200" b="0" dirty="0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 </a:t>
                      </a:r>
                      <a:r>
                        <a:rPr lang="tr-TR" sz="1200" b="0" dirty="0" err="1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Arch</a:t>
                      </a:r>
                      <a:r>
                        <a:rPr lang="tr-TR" sz="1200" b="0" dirty="0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 </a:t>
                      </a:r>
                      <a:r>
                        <a:rPr lang="tr-TR" sz="1200" b="0" dirty="0" err="1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Crowding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200" b="0" dirty="0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5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6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b="0" dirty="0" err="1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Crossbite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200" b="0" dirty="0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5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6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b="0" dirty="0" err="1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Overbite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200" b="0" dirty="0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4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5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b="0" dirty="0" err="1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Buccal</a:t>
                      </a:r>
                      <a:r>
                        <a:rPr lang="tr-TR" sz="1200" b="0" dirty="0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 A-P</a:t>
                      </a:r>
                      <a:r>
                        <a:rPr lang="tr-TR" sz="1200" b="0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 </a:t>
                      </a:r>
                      <a:r>
                        <a:rPr lang="tr-TR" sz="1200" b="0" baseline="0" dirty="0" err="1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Relationship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200" b="0" dirty="0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688">
                <a:tc>
                  <a:txBody>
                    <a:bodyPr/>
                    <a:lstStyle/>
                    <a:p>
                      <a:r>
                        <a:rPr lang="tr-TR" sz="1200" b="0" dirty="0" err="1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Weighted</a:t>
                      </a:r>
                      <a:r>
                        <a:rPr lang="tr-TR" sz="1200" b="0" dirty="0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 </a:t>
                      </a:r>
                      <a:r>
                        <a:rPr lang="tr-TR" sz="1200" b="0" dirty="0" err="1">
                          <a:solidFill>
                            <a:schemeClr val="tx1"/>
                          </a:solidFill>
                          <a:latin typeface="Arial Rounded MT Bold" pitchFamily="34" charset="0"/>
                        </a:rPr>
                        <a:t>Score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200" b="1" dirty="0">
                          <a:solidFill>
                            <a:srgbClr val="FF0000"/>
                          </a:solidFill>
                          <a:latin typeface="Arial Rounded MT Bold" pitchFamily="34" charset="0"/>
                        </a:rPr>
                        <a:t>52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Arial Rounded MT Bol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 Rounded MT Bol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5 İçerik Yer Tutucusu"/>
          <p:cNvSpPr>
            <a:spLocks noGrp="1"/>
          </p:cNvSpPr>
          <p:nvPr>
            <p:ph sz="quarter" idx="12"/>
          </p:nvPr>
        </p:nvSpPr>
        <p:spPr>
          <a:xfrm>
            <a:off x="4643439" y="0"/>
            <a:ext cx="4500562" cy="185737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İçerik Yer Tutucusu"/>
          <p:cNvSpPr>
            <a:spLocks noGrp="1"/>
          </p:cNvSpPr>
          <p:nvPr>
            <p:ph sz="quarter" idx="10"/>
          </p:nvPr>
        </p:nvSpPr>
        <p:spPr>
          <a:xfrm>
            <a:off x="1" y="0"/>
            <a:ext cx="2071669" cy="25717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1"/>
          </p:nvPr>
        </p:nvSpPr>
        <p:spPr>
          <a:xfrm>
            <a:off x="3000364" y="64598"/>
            <a:ext cx="3071834" cy="250030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12"/>
          </p:nvPr>
        </p:nvSpPr>
        <p:spPr>
          <a:xfrm>
            <a:off x="7000892" y="0"/>
            <a:ext cx="2143108" cy="25717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6 İçerik Yer Tutucusu"/>
          <p:cNvSpPr>
            <a:spLocks noGrp="1"/>
          </p:cNvSpPr>
          <p:nvPr>
            <p:ph sz="quarter" idx="13"/>
          </p:nvPr>
        </p:nvSpPr>
        <p:spPr>
          <a:xfrm>
            <a:off x="6072198" y="2571744"/>
            <a:ext cx="3071803" cy="17145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7 İçerik Yer Tutucusu"/>
          <p:cNvSpPr>
            <a:spLocks noGrp="1"/>
          </p:cNvSpPr>
          <p:nvPr>
            <p:ph sz="quarter" idx="14"/>
          </p:nvPr>
        </p:nvSpPr>
        <p:spPr>
          <a:xfrm>
            <a:off x="3000364" y="2571744"/>
            <a:ext cx="3071834" cy="17145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8 İçerik Yer Tutucusu"/>
          <p:cNvSpPr>
            <a:spLocks noGrp="1"/>
          </p:cNvSpPr>
          <p:nvPr>
            <p:ph sz="quarter" idx="15"/>
          </p:nvPr>
        </p:nvSpPr>
        <p:spPr>
          <a:xfrm>
            <a:off x="0" y="2571744"/>
            <a:ext cx="3000364" cy="17145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9 İçerik Yer Tutucusu"/>
          <p:cNvSpPr>
            <a:spLocks noGrp="1"/>
          </p:cNvSpPr>
          <p:nvPr>
            <p:ph sz="quarter" idx="16"/>
          </p:nvPr>
        </p:nvSpPr>
        <p:spPr>
          <a:xfrm>
            <a:off x="0" y="4286256"/>
            <a:ext cx="2143108" cy="25717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17"/>
          </p:nvPr>
        </p:nvSpPr>
        <p:spPr>
          <a:xfrm>
            <a:off x="3000364" y="4303102"/>
            <a:ext cx="3071834" cy="250030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11 İçerik Yer Tutucusu"/>
          <p:cNvSpPr>
            <a:spLocks noGrp="1"/>
          </p:cNvSpPr>
          <p:nvPr>
            <p:ph sz="quarter" idx="18"/>
          </p:nvPr>
        </p:nvSpPr>
        <p:spPr>
          <a:xfrm>
            <a:off x="7000892" y="4286256"/>
            <a:ext cx="2143108" cy="2571744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4" name="13 Düz Bağlayıcı"/>
          <p:cNvCxnSpPr/>
          <p:nvPr/>
        </p:nvCxnSpPr>
        <p:spPr>
          <a:xfrm rot="16200000" flipH="1">
            <a:off x="3762242" y="3431034"/>
            <a:ext cx="1487137" cy="11637"/>
          </a:xfrm>
          <a:prstGeom prst="line">
            <a:avLst/>
          </a:prstGeom>
          <a:ln w="19050" cmpd="sng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9B3E551-FF18-4506-8850-64F7381D5122}"/>
              </a:ext>
            </a:extLst>
          </p:cNvPr>
          <p:cNvSpPr txBox="1"/>
          <p:nvPr/>
        </p:nvSpPr>
        <p:spPr>
          <a:xfrm>
            <a:off x="6012160" y="6388474"/>
            <a:ext cx="445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latin typeface="Arial Rounded MT Bold" pitchFamily="34" charset="0"/>
              </a:rPr>
              <a:t>Placeholder 37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183602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0000"/>
          </a:xfrm>
        </p:spPr>
        <p:txBody>
          <a:bodyPr anchor="ctr"/>
          <a:lstStyle/>
          <a:p>
            <a:pPr algn="ctr" eaLnBrk="1" hangingPunct="1"/>
            <a:endParaRPr lang="tr-TR" sz="4000" i="1" dirty="0">
              <a:solidFill>
                <a:srgbClr val="FFC000"/>
              </a:solidFill>
              <a:latin typeface="Arial Rounded MT Bold" pitchFamily="34" charset="0"/>
            </a:endParaRPr>
          </a:p>
        </p:txBody>
      </p:sp>
      <p:sp>
        <p:nvSpPr>
          <p:cNvPr id="15363" name="3 İçerik Yer Tutucusu"/>
          <p:cNvSpPr>
            <a:spLocks noGrp="1"/>
          </p:cNvSpPr>
          <p:nvPr>
            <p:ph idx="1"/>
          </p:nvPr>
        </p:nvSpPr>
        <p:spPr>
          <a:xfrm>
            <a:off x="0" y="1080000"/>
            <a:ext cx="9144000" cy="5778000"/>
          </a:xfrm>
        </p:spPr>
        <p:txBody>
          <a:bodyPr/>
          <a:lstStyle/>
          <a:p>
            <a:pPr eaLnBrk="1" hangingPunct="1"/>
            <a:endParaRPr lang="en-US" sz="2400" b="1" dirty="0">
              <a:latin typeface="Arial Rounded MT Bold" pitchFamily="34" charset="0"/>
            </a:endParaRPr>
          </a:p>
          <a:p>
            <a:pPr eaLnBrk="1" hangingPunct="1"/>
            <a:endParaRPr lang="tr-TR" sz="2400" b="1" dirty="0">
              <a:latin typeface="Arial Rounded MT Bold" pitchFamily="34" charset="0"/>
            </a:endParaRPr>
          </a:p>
          <a:p>
            <a:pPr>
              <a:buNone/>
            </a:pPr>
            <a:endParaRPr lang="en-US" sz="2800" dirty="0">
              <a:latin typeface="Arial Rounded MT Bold" pitchFamily="34" charset="0"/>
            </a:endParaRPr>
          </a:p>
          <a:p>
            <a:endParaRPr lang="tr-TR" sz="2800" dirty="0">
              <a:latin typeface="Arial Rounded MT Bold" pitchFamily="34" charset="0"/>
            </a:endParaRPr>
          </a:p>
          <a:p>
            <a:endParaRPr lang="tr-TR" sz="2800" dirty="0">
              <a:latin typeface="Arial Rounded MT Bold" pitchFamily="34" charset="0"/>
            </a:endParaRPr>
          </a:p>
          <a:p>
            <a:endParaRPr lang="tr-TR" sz="3200" dirty="0">
              <a:latin typeface="Arial Rounded MT Bold" pitchFamily="34" charset="0"/>
            </a:endParaRPr>
          </a:p>
          <a:p>
            <a:endParaRPr lang="tr-TR" sz="3200" dirty="0">
              <a:latin typeface="Arial Rounded MT Bold" pitchFamily="34" charset="0"/>
            </a:endParaRPr>
          </a:p>
          <a:p>
            <a:pPr>
              <a:buNone/>
            </a:pPr>
            <a:endParaRPr lang="tr-TR" sz="3200" dirty="0">
              <a:latin typeface="Arial Rounded MT Bold" pitchFamily="34" charset="0"/>
            </a:endParaRPr>
          </a:p>
          <a:p>
            <a:pPr>
              <a:buNone/>
            </a:pPr>
            <a:endParaRPr lang="tr-TR" sz="3200" dirty="0"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277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0000"/>
          </a:xfrm>
        </p:spPr>
        <p:txBody>
          <a:bodyPr anchor="ctr"/>
          <a:lstStyle/>
          <a:p>
            <a:pPr algn="ctr"/>
            <a:r>
              <a:rPr lang="tr-TR" sz="4000" i="1" dirty="0">
                <a:solidFill>
                  <a:srgbClr val="FFC000"/>
                </a:solidFill>
                <a:latin typeface="Arial Rounded MT Bold" pitchFamily="34" charset="0"/>
              </a:rPr>
              <a:t>My </a:t>
            </a:r>
            <a:r>
              <a:rPr lang="tr-TR" sz="4000" i="1" dirty="0" err="1">
                <a:solidFill>
                  <a:srgbClr val="FFC000"/>
                </a:solidFill>
                <a:latin typeface="Arial Rounded MT Bold" pitchFamily="34" charset="0"/>
              </a:rPr>
              <a:t>Treatment</a:t>
            </a:r>
            <a:r>
              <a:rPr lang="tr-TR" sz="4000" i="1" dirty="0">
                <a:solidFill>
                  <a:srgbClr val="FFC000"/>
                </a:solidFill>
                <a:latin typeface="Arial Rounded MT Bold" pitchFamily="34" charset="0"/>
              </a:rPr>
              <a:t> </a:t>
            </a:r>
            <a:r>
              <a:rPr lang="tr-TR" sz="4000" i="1" dirty="0" err="1">
                <a:solidFill>
                  <a:srgbClr val="FFC000"/>
                </a:solidFill>
                <a:latin typeface="Arial Rounded MT Bold" pitchFamily="34" charset="0"/>
              </a:rPr>
              <a:t>Objectives</a:t>
            </a:r>
            <a:endParaRPr lang="tr-TR" sz="4000" i="1" dirty="0">
              <a:solidFill>
                <a:srgbClr val="FFC000"/>
              </a:solidFill>
              <a:latin typeface="Arial Rounded MT Bold" pitchFamily="34" charset="0"/>
            </a:endParaRPr>
          </a:p>
        </p:txBody>
      </p:sp>
      <p:sp>
        <p:nvSpPr>
          <p:cNvPr id="16387" name="2 İçerik Yer Tutucusu"/>
          <p:cNvSpPr>
            <a:spLocks noGrp="1"/>
          </p:cNvSpPr>
          <p:nvPr>
            <p:ph idx="1"/>
          </p:nvPr>
        </p:nvSpPr>
        <p:spPr>
          <a:xfrm>
            <a:off x="0" y="1080000"/>
            <a:ext cx="9144000" cy="5778000"/>
          </a:xfrm>
        </p:spPr>
        <p:txBody>
          <a:bodyPr>
            <a:normAutofit/>
          </a:bodyPr>
          <a:lstStyle/>
          <a:p>
            <a:r>
              <a:rPr lang="tr-TR" dirty="0" err="1">
                <a:latin typeface="Arial Rounded MT Bold" pitchFamily="34" charset="0"/>
              </a:rPr>
              <a:t>Alignment</a:t>
            </a:r>
            <a:r>
              <a:rPr lang="tr-TR" dirty="0">
                <a:latin typeface="Arial Rounded MT Bold" pitchFamily="34" charset="0"/>
              </a:rPr>
              <a:t> of </a:t>
            </a:r>
            <a:r>
              <a:rPr lang="tr-TR" dirty="0" err="1">
                <a:latin typeface="Arial Rounded MT Bold" pitchFamily="34" charset="0"/>
              </a:rPr>
              <a:t>teeth</a:t>
            </a:r>
            <a:endParaRPr lang="tr-TR" dirty="0">
              <a:latin typeface="Arial Rounded MT Bold" pitchFamily="34" charset="0"/>
            </a:endParaRPr>
          </a:p>
          <a:p>
            <a:r>
              <a:rPr lang="tr-TR" dirty="0">
                <a:latin typeface="Arial Rounded MT Bold" pitchFamily="34" charset="0"/>
              </a:rPr>
              <a:t>Establishment of dentally Class I relationship on both sides</a:t>
            </a:r>
          </a:p>
          <a:p>
            <a:r>
              <a:rPr lang="tr-TR" dirty="0" err="1">
                <a:latin typeface="Arial Rounded MT Bold" pitchFamily="34" charset="0"/>
              </a:rPr>
              <a:t>Correction</a:t>
            </a:r>
            <a:r>
              <a:rPr lang="tr-TR" dirty="0">
                <a:latin typeface="Arial Rounded MT Bold" pitchFamily="34" charset="0"/>
              </a:rPr>
              <a:t> of </a:t>
            </a:r>
            <a:r>
              <a:rPr lang="tr-TR" dirty="0" err="1">
                <a:latin typeface="Arial Rounded MT Bold" pitchFamily="34" charset="0"/>
              </a:rPr>
              <a:t>midline</a:t>
            </a:r>
            <a:r>
              <a:rPr lang="tr-TR" dirty="0">
                <a:latin typeface="Arial Rounded MT Bold" pitchFamily="34" charset="0"/>
              </a:rPr>
              <a:t> </a:t>
            </a:r>
            <a:r>
              <a:rPr lang="tr-TR" dirty="0" err="1">
                <a:latin typeface="Arial Rounded MT Bold" pitchFamily="34" charset="0"/>
              </a:rPr>
              <a:t>discrepancy</a:t>
            </a:r>
            <a:r>
              <a:rPr lang="tr-TR" dirty="0">
                <a:latin typeface="Arial Rounded MT Bold" pitchFamily="34" charset="0"/>
              </a:rPr>
              <a:t> </a:t>
            </a:r>
          </a:p>
          <a:p>
            <a:pPr marL="0" indent="0">
              <a:buNone/>
            </a:pPr>
            <a:r>
              <a:rPr lang="tr-TR" dirty="0">
                <a:latin typeface="Arial Rounded MT Bold" pitchFamily="34" charset="0"/>
              </a:rPr>
              <a:t>		        </a:t>
            </a:r>
            <a:r>
              <a:rPr lang="tr-TR" dirty="0" err="1">
                <a:latin typeface="Arial Rounded MT Bold" pitchFamily="34" charset="0"/>
              </a:rPr>
              <a:t>upper</a:t>
            </a:r>
            <a:r>
              <a:rPr lang="tr-TR" dirty="0">
                <a:latin typeface="Arial Rounded MT Bold" pitchFamily="34" charset="0"/>
              </a:rPr>
              <a:t> &amp; lower incisor inclinations</a:t>
            </a:r>
            <a:endParaRPr lang="en-US" dirty="0">
              <a:latin typeface="Arial Rounded MT Bold" pitchFamily="34" charset="0"/>
            </a:endParaRPr>
          </a:p>
          <a:p>
            <a:pPr marL="0" indent="0">
              <a:buNone/>
            </a:pPr>
            <a:r>
              <a:rPr lang="tr-TR" dirty="0">
                <a:latin typeface="Arial Rounded MT Bold" pitchFamily="34" charset="0"/>
              </a:rPr>
              <a:t>	   	        </a:t>
            </a:r>
            <a:r>
              <a:rPr lang="en-US" dirty="0" err="1">
                <a:latin typeface="Arial Rounded MT Bold" pitchFamily="34" charset="0"/>
              </a:rPr>
              <a:t>crossbites</a:t>
            </a:r>
            <a:endParaRPr lang="tr-TR" dirty="0">
              <a:latin typeface="Arial Rounded MT Bold" pitchFamily="34" charset="0"/>
            </a:endParaRPr>
          </a:p>
          <a:p>
            <a:pPr marL="0" indent="0">
              <a:buNone/>
            </a:pPr>
            <a:r>
              <a:rPr lang="tr-TR" dirty="0">
                <a:latin typeface="Arial Rounded MT Bold" pitchFamily="34" charset="0"/>
              </a:rPr>
              <a:t>		        OJ &amp; OB</a:t>
            </a:r>
          </a:p>
          <a:p>
            <a:endParaRPr lang="tr-TR" dirty="0">
              <a:latin typeface="Arial Rounded MT Bold" pitchFamily="34" charset="0"/>
            </a:endParaRPr>
          </a:p>
          <a:p>
            <a:endParaRPr lang="tr-TR" sz="2800" dirty="0">
              <a:latin typeface="Arial Rounded MT Bold" pitchFamily="34" charset="0"/>
            </a:endParaRPr>
          </a:p>
          <a:p>
            <a:endParaRPr lang="tr-TR" sz="2800" dirty="0">
              <a:latin typeface="Arial Rounded MT Bold" pitchFamily="34" charset="0"/>
            </a:endParaRPr>
          </a:p>
          <a:p>
            <a:pPr>
              <a:buNone/>
            </a:pPr>
            <a:endParaRPr lang="tr-TR" sz="2800" dirty="0">
              <a:latin typeface="Arial Rounded MT Bold" pitchFamily="34" charset="0"/>
            </a:endParaRPr>
          </a:p>
          <a:p>
            <a:pPr>
              <a:buNone/>
            </a:pPr>
            <a:endParaRPr lang="tr-TR" sz="2800" dirty="0">
              <a:latin typeface="Arial Rounded MT Bold" pitchFamily="34" charset="0"/>
            </a:endParaRPr>
          </a:p>
          <a:p>
            <a:pPr>
              <a:lnSpc>
                <a:spcPct val="90000"/>
              </a:lnSpc>
              <a:buFont typeface="Wingdings 2" pitchFamily="18" charset="2"/>
              <a:buNone/>
            </a:pPr>
            <a:endParaRPr lang="tr-TR" sz="2800" dirty="0"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584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0000"/>
          </a:xfrm>
        </p:spPr>
        <p:txBody>
          <a:bodyPr anchor="ctr"/>
          <a:lstStyle/>
          <a:p>
            <a:pPr algn="ctr" eaLnBrk="1" hangingPunct="1"/>
            <a:r>
              <a:rPr lang="tr-TR" sz="4000" i="1" dirty="0" err="1">
                <a:solidFill>
                  <a:srgbClr val="FFC000"/>
                </a:solidFill>
                <a:latin typeface="Arial Rounded MT Bold" pitchFamily="34" charset="0"/>
              </a:rPr>
              <a:t>Ideal</a:t>
            </a:r>
            <a:r>
              <a:rPr lang="tr-TR" sz="4000" i="1" dirty="0">
                <a:solidFill>
                  <a:srgbClr val="FFC000"/>
                </a:solidFill>
                <a:latin typeface="Arial Rounded MT Bold" pitchFamily="34" charset="0"/>
              </a:rPr>
              <a:t> </a:t>
            </a:r>
            <a:r>
              <a:rPr lang="tr-TR" sz="4000" i="1" dirty="0" err="1">
                <a:solidFill>
                  <a:srgbClr val="FFC000"/>
                </a:solidFill>
                <a:latin typeface="Arial Rounded MT Bold" pitchFamily="34" charset="0"/>
              </a:rPr>
              <a:t>Treatment</a:t>
            </a:r>
            <a:r>
              <a:rPr lang="tr-TR" sz="4000" i="1" dirty="0">
                <a:solidFill>
                  <a:srgbClr val="FFC000"/>
                </a:solidFill>
                <a:latin typeface="Arial Rounded MT Bold" pitchFamily="34" charset="0"/>
              </a:rPr>
              <a:t> Plan</a:t>
            </a:r>
          </a:p>
        </p:txBody>
      </p:sp>
      <p:sp>
        <p:nvSpPr>
          <p:cNvPr id="19459" name="3 İçerik Yer Tutucusu"/>
          <p:cNvSpPr>
            <a:spLocks noGrp="1"/>
          </p:cNvSpPr>
          <p:nvPr>
            <p:ph idx="1"/>
          </p:nvPr>
        </p:nvSpPr>
        <p:spPr>
          <a:xfrm>
            <a:off x="0" y="1080000"/>
            <a:ext cx="9144000" cy="5778000"/>
          </a:xfrm>
        </p:spPr>
        <p:txBody>
          <a:bodyPr/>
          <a:lstStyle/>
          <a:p>
            <a:r>
              <a:rPr lang="tr-TR" dirty="0">
                <a:latin typeface="Arial Rounded MT Bold" pitchFamily="34" charset="0"/>
              </a:rPr>
              <a:t>?</a:t>
            </a:r>
          </a:p>
          <a:p>
            <a:endParaRPr lang="tr-TR" dirty="0">
              <a:latin typeface="Arial Rounded MT Bold" pitchFamily="34" charset="0"/>
            </a:endParaRPr>
          </a:p>
          <a:p>
            <a:pPr>
              <a:buNone/>
            </a:pPr>
            <a:endParaRPr lang="tr-TR" dirty="0">
              <a:latin typeface="Arial Rounded MT Bold" pitchFamily="34" charset="0"/>
            </a:endParaRPr>
          </a:p>
          <a:p>
            <a:endParaRPr lang="tr-TR" dirty="0">
              <a:latin typeface="Arial Rounded MT Bold" pitchFamily="34" charset="0"/>
            </a:endParaRPr>
          </a:p>
          <a:p>
            <a:endParaRPr lang="tr-TR" dirty="0"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879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0000"/>
          </a:xfrm>
        </p:spPr>
        <p:txBody>
          <a:bodyPr anchor="ctr"/>
          <a:lstStyle/>
          <a:p>
            <a:pPr algn="ctr" eaLnBrk="1" hangingPunct="1"/>
            <a:r>
              <a:rPr lang="tr-TR" sz="4000" i="1" dirty="0" err="1">
                <a:solidFill>
                  <a:srgbClr val="FFC000"/>
                </a:solidFill>
                <a:latin typeface="Arial Rounded MT Bold" pitchFamily="34" charset="0"/>
              </a:rPr>
              <a:t>Suggested</a:t>
            </a:r>
            <a:r>
              <a:rPr lang="tr-TR" sz="4000" i="1" dirty="0">
                <a:solidFill>
                  <a:srgbClr val="FFC000"/>
                </a:solidFill>
                <a:latin typeface="Arial Rounded MT Bold" pitchFamily="34" charset="0"/>
              </a:rPr>
              <a:t> </a:t>
            </a:r>
            <a:r>
              <a:rPr lang="tr-TR" sz="4000" i="1" dirty="0" err="1">
                <a:solidFill>
                  <a:srgbClr val="FFC000"/>
                </a:solidFill>
                <a:latin typeface="Arial Rounded MT Bold" pitchFamily="34" charset="0"/>
              </a:rPr>
              <a:t>Treatment</a:t>
            </a:r>
            <a:r>
              <a:rPr lang="tr-TR" sz="4000" i="1" dirty="0">
                <a:solidFill>
                  <a:srgbClr val="FFC000"/>
                </a:solidFill>
                <a:latin typeface="Arial Rounded MT Bold" pitchFamily="34" charset="0"/>
              </a:rPr>
              <a:t> Plan</a:t>
            </a:r>
          </a:p>
        </p:txBody>
      </p:sp>
      <p:sp>
        <p:nvSpPr>
          <p:cNvPr id="19459" name="3 İçerik Yer Tutucusu"/>
          <p:cNvSpPr>
            <a:spLocks noGrp="1"/>
          </p:cNvSpPr>
          <p:nvPr>
            <p:ph idx="1"/>
          </p:nvPr>
        </p:nvSpPr>
        <p:spPr>
          <a:xfrm>
            <a:off x="0" y="1080000"/>
            <a:ext cx="9144000" cy="5778000"/>
          </a:xfrm>
        </p:spPr>
        <p:txBody>
          <a:bodyPr/>
          <a:lstStyle/>
          <a:p>
            <a:r>
              <a:rPr lang="tr-TR" dirty="0">
                <a:latin typeface="Arial Rounded MT Bold" pitchFamily="34" charset="0"/>
              </a:rPr>
              <a:t>? </a:t>
            </a:r>
          </a:p>
          <a:p>
            <a:pPr>
              <a:buNone/>
            </a:pPr>
            <a:endParaRPr lang="tr-TR" dirty="0"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300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0" y="0"/>
            <a:ext cx="7956376" cy="6857999"/>
          </a:xfrm>
        </p:spPr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773253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kış">
  <a:themeElements>
    <a:clrScheme name="Akış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Akış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kış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4537</TotalTime>
  <Words>548</Words>
  <Application>Microsoft Office PowerPoint</Application>
  <PresentationFormat>On-screen Show (4:3)</PresentationFormat>
  <Paragraphs>274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Rounded MT Bold</vt:lpstr>
      <vt:lpstr>Arial Tur</vt:lpstr>
      <vt:lpstr>Brush Script MT</vt:lpstr>
      <vt:lpstr>Calibri</vt:lpstr>
      <vt:lpstr>Constantia</vt:lpstr>
      <vt:lpstr>Wingdings 2</vt:lpstr>
      <vt:lpstr>Akış</vt:lpstr>
      <vt:lpstr>PowerPoint Presentation</vt:lpstr>
      <vt:lpstr>Anamnesis 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Diagnosis &amp; Problem List</vt:lpstr>
      <vt:lpstr>PowerPoint Presentation</vt:lpstr>
      <vt:lpstr>PowerPoint Presentation</vt:lpstr>
      <vt:lpstr>PowerPoint Presentation</vt:lpstr>
      <vt:lpstr>My Treatment Objectives</vt:lpstr>
      <vt:lpstr>Ideal Treatment Plan</vt:lpstr>
      <vt:lpstr>Suggested Treatment Plan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Berke KÖKER   ,erkek</dc:title>
  <dc:creator>Ebru</dc:creator>
  <cp:lastModifiedBy>Mehmet Daş</cp:lastModifiedBy>
  <cp:revision>643</cp:revision>
  <dcterms:created xsi:type="dcterms:W3CDTF">2010-04-20T18:10:41Z</dcterms:created>
  <dcterms:modified xsi:type="dcterms:W3CDTF">2026-03-21T08:56:53Z</dcterms:modified>
</cp:coreProperties>
</file>